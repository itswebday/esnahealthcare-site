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17A028-875B-4C9F-BF44-5EA3FE60D11B}" v="18" dt="2026-04-05T09:38:11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_A" userId="d8f7b489-7532-4229-a756-fed64ebf3d40" providerId="ADAL" clId="{1A20E5AC-3FC6-4E6B-9DAA-7630CF82A2F9}"/>
    <pc:docChg chg="undo custSel addSld delSld modSld">
      <pc:chgData name="E_A" userId="d8f7b489-7532-4229-a756-fed64ebf3d40" providerId="ADAL" clId="{1A20E5AC-3FC6-4E6B-9DAA-7630CF82A2F9}" dt="2026-04-05T09:42:54.303" v="277" actId="26606"/>
      <pc:docMkLst>
        <pc:docMk/>
      </pc:docMkLst>
      <pc:sldChg chg="addSp delSp modSp new del mod">
        <pc:chgData name="E_A" userId="d8f7b489-7532-4229-a756-fed64ebf3d40" providerId="ADAL" clId="{1A20E5AC-3FC6-4E6B-9DAA-7630CF82A2F9}" dt="2026-04-05T09:30:57.586" v="99" actId="47"/>
        <pc:sldMkLst>
          <pc:docMk/>
          <pc:sldMk cId="3451100913" sldId="256"/>
        </pc:sldMkLst>
        <pc:spChg chg="del">
          <ac:chgData name="E_A" userId="d8f7b489-7532-4229-a756-fed64ebf3d40" providerId="ADAL" clId="{1A20E5AC-3FC6-4E6B-9DAA-7630CF82A2F9}" dt="2026-04-05T09:06:23.715" v="1" actId="478"/>
          <ac:spMkLst>
            <pc:docMk/>
            <pc:sldMk cId="3451100913" sldId="256"/>
            <ac:spMk id="2" creationId="{B31EE4F9-0B82-D34C-8278-6261A7F12B61}"/>
          </ac:spMkLst>
        </pc:spChg>
        <pc:spChg chg="del">
          <ac:chgData name="E_A" userId="d8f7b489-7532-4229-a756-fed64ebf3d40" providerId="ADAL" clId="{1A20E5AC-3FC6-4E6B-9DAA-7630CF82A2F9}" dt="2026-04-05T09:06:23.715" v="1" actId="478"/>
          <ac:spMkLst>
            <pc:docMk/>
            <pc:sldMk cId="3451100913" sldId="256"/>
            <ac:spMk id="3" creationId="{546741A3-B63C-FC15-9A9D-AFD0FEDC7638}"/>
          </ac:spMkLst>
        </pc:spChg>
        <pc:spChg chg="add mod">
          <ac:chgData name="E_A" userId="d8f7b489-7532-4229-a756-fed64ebf3d40" providerId="ADAL" clId="{1A20E5AC-3FC6-4E6B-9DAA-7630CF82A2F9}" dt="2026-04-05T09:06:36.065" v="3" actId="21"/>
          <ac:spMkLst>
            <pc:docMk/>
            <pc:sldMk cId="3451100913" sldId="256"/>
            <ac:spMk id="5" creationId="{744FC91C-15CF-7226-AEFC-F86D9CD47A7B}"/>
          </ac:spMkLst>
        </pc:spChg>
      </pc:sldChg>
      <pc:sldChg chg="addSp delSp modSp new mod setBg">
        <pc:chgData name="E_A" userId="d8f7b489-7532-4229-a756-fed64ebf3d40" providerId="ADAL" clId="{1A20E5AC-3FC6-4E6B-9DAA-7630CF82A2F9}" dt="2026-04-05T09:42:28.853" v="273" actId="26606"/>
        <pc:sldMkLst>
          <pc:docMk/>
          <pc:sldMk cId="833895691" sldId="257"/>
        </pc:sldMkLst>
        <pc:spChg chg="mod">
          <ac:chgData name="E_A" userId="d8f7b489-7532-4229-a756-fed64ebf3d40" providerId="ADAL" clId="{1A20E5AC-3FC6-4E6B-9DAA-7630CF82A2F9}" dt="2026-04-05T09:42:28.853" v="273" actId="26606"/>
          <ac:spMkLst>
            <pc:docMk/>
            <pc:sldMk cId="833895691" sldId="257"/>
            <ac:spMk id="2" creationId="{9FFA1928-04DA-8AC8-D65D-22841AB0FA90}"/>
          </ac:spMkLst>
        </pc:spChg>
        <pc:spChg chg="add del mod">
          <ac:chgData name="E_A" userId="d8f7b489-7532-4229-a756-fed64ebf3d40" providerId="ADAL" clId="{1A20E5AC-3FC6-4E6B-9DAA-7630CF82A2F9}" dt="2026-04-05T09:26:54.783" v="33" actId="26606"/>
          <ac:spMkLst>
            <pc:docMk/>
            <pc:sldMk cId="833895691" sldId="257"/>
            <ac:spMk id="3" creationId="{ACC13D96-9F50-0AB8-4819-DB39628C5AAE}"/>
          </ac:spMkLst>
        </pc:spChg>
        <pc:spChg chg="add del">
          <ac:chgData name="E_A" userId="d8f7b489-7532-4229-a756-fed64ebf3d40" providerId="ADAL" clId="{1A20E5AC-3FC6-4E6B-9DAA-7630CF82A2F9}" dt="2026-04-05T09:07:49.469" v="28" actId="26606"/>
          <ac:spMkLst>
            <pc:docMk/>
            <pc:sldMk cId="833895691" sldId="257"/>
            <ac:spMk id="9" creationId="{6CC7D015-0DD8-420F-A568-AC4FEDC41251}"/>
          </ac:spMkLst>
        </pc:spChg>
        <pc:spChg chg="add del">
          <ac:chgData name="E_A" userId="d8f7b489-7532-4229-a756-fed64ebf3d40" providerId="ADAL" clId="{1A20E5AC-3FC6-4E6B-9DAA-7630CF82A2F9}" dt="2026-04-05T09:07:49.469" v="28" actId="26606"/>
          <ac:spMkLst>
            <pc:docMk/>
            <pc:sldMk cId="833895691" sldId="257"/>
            <ac:spMk id="11" creationId="{DC595556-C814-4F1F-B0E5-71812F38A8CD}"/>
          </ac:spMkLst>
        </pc:spChg>
        <pc:spChg chg="add del">
          <ac:chgData name="E_A" userId="d8f7b489-7532-4229-a756-fed64ebf3d40" providerId="ADAL" clId="{1A20E5AC-3FC6-4E6B-9DAA-7630CF82A2F9}" dt="2026-04-05T09:42:28.853" v="273" actId="26606"/>
          <ac:spMkLst>
            <pc:docMk/>
            <pc:sldMk cId="833895691" sldId="257"/>
            <ac:spMk id="23" creationId="{E51BA4DF-2BD4-4EC2-B1DB-B27C8AC71864}"/>
          </ac:spMkLst>
        </pc:spChg>
        <pc:spChg chg="add del">
          <ac:chgData name="E_A" userId="d8f7b489-7532-4229-a756-fed64ebf3d40" providerId="ADAL" clId="{1A20E5AC-3FC6-4E6B-9DAA-7630CF82A2F9}" dt="2026-04-05T09:42:21.166" v="268" actId="26606"/>
          <ac:spMkLst>
            <pc:docMk/>
            <pc:sldMk cId="833895691" sldId="257"/>
            <ac:spMk id="28" creationId="{BACC6370-2D7E-4714-9D71-7542949D7D5D}"/>
          </ac:spMkLst>
        </pc:spChg>
        <pc:spChg chg="add del">
          <ac:chgData name="E_A" userId="d8f7b489-7532-4229-a756-fed64ebf3d40" providerId="ADAL" clId="{1A20E5AC-3FC6-4E6B-9DAA-7630CF82A2F9}" dt="2026-04-05T09:42:21.166" v="268" actId="26606"/>
          <ac:spMkLst>
            <pc:docMk/>
            <pc:sldMk cId="833895691" sldId="257"/>
            <ac:spMk id="30" creationId="{F68B3F68-107C-434F-AA38-110D5EA91B85}"/>
          </ac:spMkLst>
        </pc:spChg>
        <pc:spChg chg="add del">
          <ac:chgData name="E_A" userId="d8f7b489-7532-4229-a756-fed64ebf3d40" providerId="ADAL" clId="{1A20E5AC-3FC6-4E6B-9DAA-7630CF82A2F9}" dt="2026-04-05T09:42:21.166" v="268" actId="26606"/>
          <ac:spMkLst>
            <pc:docMk/>
            <pc:sldMk cId="833895691" sldId="257"/>
            <ac:spMk id="32" creationId="{AAD0DBB9-1A4B-4391-81D4-CB19F9AB918A}"/>
          </ac:spMkLst>
        </pc:spChg>
        <pc:spChg chg="add del">
          <ac:chgData name="E_A" userId="d8f7b489-7532-4229-a756-fed64ebf3d40" providerId="ADAL" clId="{1A20E5AC-3FC6-4E6B-9DAA-7630CF82A2F9}" dt="2026-04-05T09:42:21.166" v="268" actId="26606"/>
          <ac:spMkLst>
            <pc:docMk/>
            <pc:sldMk cId="833895691" sldId="257"/>
            <ac:spMk id="34" creationId="{063BBA22-50EA-4C4D-BE05-F1CE4E63AA56}"/>
          </ac:spMkLst>
        </pc:spChg>
        <pc:spChg chg="add del">
          <ac:chgData name="E_A" userId="d8f7b489-7532-4229-a756-fed64ebf3d40" providerId="ADAL" clId="{1A20E5AC-3FC6-4E6B-9DAA-7630CF82A2F9}" dt="2026-04-05T09:42:24.683" v="270" actId="26606"/>
          <ac:spMkLst>
            <pc:docMk/>
            <pc:sldMk cId="833895691" sldId="257"/>
            <ac:spMk id="37" creationId="{345A976A-8DE3-4B67-B94B-2044FDD12899}"/>
          </ac:spMkLst>
        </pc:spChg>
        <pc:spChg chg="add del">
          <ac:chgData name="E_A" userId="d8f7b489-7532-4229-a756-fed64ebf3d40" providerId="ADAL" clId="{1A20E5AC-3FC6-4E6B-9DAA-7630CF82A2F9}" dt="2026-04-05T09:42:24.683" v="270" actId="26606"/>
          <ac:spMkLst>
            <pc:docMk/>
            <pc:sldMk cId="833895691" sldId="257"/>
            <ac:spMk id="43" creationId="{6EAAA1B9-2DDB-49C9-A037-A523D2F13C15}"/>
          </ac:spMkLst>
        </pc:spChg>
        <pc:spChg chg="add del">
          <ac:chgData name="E_A" userId="d8f7b489-7532-4229-a756-fed64ebf3d40" providerId="ADAL" clId="{1A20E5AC-3FC6-4E6B-9DAA-7630CF82A2F9}" dt="2026-04-05T09:42:28.774" v="272" actId="26606"/>
          <ac:spMkLst>
            <pc:docMk/>
            <pc:sldMk cId="833895691" sldId="257"/>
            <ac:spMk id="47" creationId="{345A976A-8DE3-4B67-B94B-2044FDD12899}"/>
          </ac:spMkLst>
        </pc:spChg>
        <pc:spChg chg="add del">
          <ac:chgData name="E_A" userId="d8f7b489-7532-4229-a756-fed64ebf3d40" providerId="ADAL" clId="{1A20E5AC-3FC6-4E6B-9DAA-7630CF82A2F9}" dt="2026-04-05T09:42:28.774" v="272" actId="26606"/>
          <ac:spMkLst>
            <pc:docMk/>
            <pc:sldMk cId="833895691" sldId="257"/>
            <ac:spMk id="48" creationId="{6EAAA1B9-2DDB-49C9-A037-A523D2F13C15}"/>
          </ac:spMkLst>
        </pc:spChg>
        <pc:spChg chg="add">
          <ac:chgData name="E_A" userId="d8f7b489-7532-4229-a756-fed64ebf3d40" providerId="ADAL" clId="{1A20E5AC-3FC6-4E6B-9DAA-7630CF82A2F9}" dt="2026-04-05T09:42:28.853" v="273" actId="26606"/>
          <ac:spMkLst>
            <pc:docMk/>
            <pc:sldMk cId="833895691" sldId="257"/>
            <ac:spMk id="60" creationId="{BACC6370-2D7E-4714-9D71-7542949D7D5D}"/>
          </ac:spMkLst>
        </pc:spChg>
        <pc:spChg chg="add">
          <ac:chgData name="E_A" userId="d8f7b489-7532-4229-a756-fed64ebf3d40" providerId="ADAL" clId="{1A20E5AC-3FC6-4E6B-9DAA-7630CF82A2F9}" dt="2026-04-05T09:42:28.853" v="273" actId="26606"/>
          <ac:spMkLst>
            <pc:docMk/>
            <pc:sldMk cId="833895691" sldId="257"/>
            <ac:spMk id="61" creationId="{F68B3F68-107C-434F-AA38-110D5EA91B85}"/>
          </ac:spMkLst>
        </pc:spChg>
        <pc:spChg chg="add">
          <ac:chgData name="E_A" userId="d8f7b489-7532-4229-a756-fed64ebf3d40" providerId="ADAL" clId="{1A20E5AC-3FC6-4E6B-9DAA-7630CF82A2F9}" dt="2026-04-05T09:42:28.853" v="273" actId="26606"/>
          <ac:spMkLst>
            <pc:docMk/>
            <pc:sldMk cId="833895691" sldId="257"/>
            <ac:spMk id="62" creationId="{AAD0DBB9-1A4B-4391-81D4-CB19F9AB918A}"/>
          </ac:spMkLst>
        </pc:spChg>
        <pc:spChg chg="add">
          <ac:chgData name="E_A" userId="d8f7b489-7532-4229-a756-fed64ebf3d40" providerId="ADAL" clId="{1A20E5AC-3FC6-4E6B-9DAA-7630CF82A2F9}" dt="2026-04-05T09:42:28.853" v="273" actId="26606"/>
          <ac:spMkLst>
            <pc:docMk/>
            <pc:sldMk cId="833895691" sldId="257"/>
            <ac:spMk id="63" creationId="{063BBA22-50EA-4C4D-BE05-F1CE4E63AA56}"/>
          </ac:spMkLst>
        </pc:spChg>
        <pc:grpChg chg="add del">
          <ac:chgData name="E_A" userId="d8f7b489-7532-4229-a756-fed64ebf3d40" providerId="ADAL" clId="{1A20E5AC-3FC6-4E6B-9DAA-7630CF82A2F9}" dt="2026-04-05T09:42:24.683" v="270" actId="26606"/>
          <ac:grpSpMkLst>
            <pc:docMk/>
            <pc:sldMk cId="833895691" sldId="257"/>
            <ac:grpSpMk id="38" creationId="{08701F99-7E4C-4B92-A4B5-307CDFB7A4DE}"/>
          </ac:grpSpMkLst>
        </pc:grpChg>
        <pc:grpChg chg="add del">
          <ac:chgData name="E_A" userId="d8f7b489-7532-4229-a756-fed64ebf3d40" providerId="ADAL" clId="{1A20E5AC-3FC6-4E6B-9DAA-7630CF82A2F9}" dt="2026-04-05T09:42:24.683" v="270" actId="26606"/>
          <ac:grpSpMkLst>
            <pc:docMk/>
            <pc:sldMk cId="833895691" sldId="257"/>
            <ac:grpSpMk id="44" creationId="{B441F8D5-EBCE-4FB9-91A9-3425971C1F99}"/>
          </ac:grpSpMkLst>
        </pc:grpChg>
        <pc:grpChg chg="add del">
          <ac:chgData name="E_A" userId="d8f7b489-7532-4229-a756-fed64ebf3d40" providerId="ADAL" clId="{1A20E5AC-3FC6-4E6B-9DAA-7630CF82A2F9}" dt="2026-04-05T09:42:28.774" v="272" actId="26606"/>
          <ac:grpSpMkLst>
            <pc:docMk/>
            <pc:sldMk cId="833895691" sldId="257"/>
            <ac:grpSpMk id="49" creationId="{B441F8D5-EBCE-4FB9-91A9-3425971C1F99}"/>
          </ac:grpSpMkLst>
        </pc:grpChg>
        <pc:grpChg chg="add del">
          <ac:chgData name="E_A" userId="d8f7b489-7532-4229-a756-fed64ebf3d40" providerId="ADAL" clId="{1A20E5AC-3FC6-4E6B-9DAA-7630CF82A2F9}" dt="2026-04-05T09:42:28.774" v="272" actId="26606"/>
          <ac:grpSpMkLst>
            <pc:docMk/>
            <pc:sldMk cId="833895691" sldId="257"/>
            <ac:grpSpMk id="54" creationId="{08701F99-7E4C-4B92-A4B5-307CDFB7A4DE}"/>
          </ac:grpSpMkLst>
        </pc:grpChg>
        <pc:graphicFrameChg chg="add del">
          <ac:chgData name="E_A" userId="d8f7b489-7532-4229-a756-fed64ebf3d40" providerId="ADAL" clId="{1A20E5AC-3FC6-4E6B-9DAA-7630CF82A2F9}" dt="2026-04-05T09:26:41.656" v="30" actId="26606"/>
          <ac:graphicFrameMkLst>
            <pc:docMk/>
            <pc:sldMk cId="833895691" sldId="257"/>
            <ac:graphicFrameMk id="13" creationId="{A9969324-9EDD-0313-C010-6AD4F119AB3C}"/>
          </ac:graphicFrameMkLst>
        </pc:graphicFrameChg>
        <pc:graphicFrameChg chg="add del">
          <ac:chgData name="E_A" userId="d8f7b489-7532-4229-a756-fed64ebf3d40" providerId="ADAL" clId="{1A20E5AC-3FC6-4E6B-9DAA-7630CF82A2F9}" dt="2026-04-05T09:26:54.737" v="32" actId="26606"/>
          <ac:graphicFrameMkLst>
            <pc:docMk/>
            <pc:sldMk cId="833895691" sldId="257"/>
            <ac:graphicFrameMk id="15" creationId="{DF0F22CC-DF59-26A1-950F-E1691FBBF446}"/>
          </ac:graphicFrameMkLst>
        </pc:graphicFrameChg>
        <pc:graphicFrameChg chg="add mod modGraphic">
          <ac:chgData name="E_A" userId="d8f7b489-7532-4229-a756-fed64ebf3d40" providerId="ADAL" clId="{1A20E5AC-3FC6-4E6B-9DAA-7630CF82A2F9}" dt="2026-04-05T09:42:28.853" v="273" actId="26606"/>
          <ac:graphicFrameMkLst>
            <pc:docMk/>
            <pc:sldMk cId="833895691" sldId="257"/>
            <ac:graphicFrameMk id="17" creationId="{A9969324-9EDD-0313-C010-6AD4F119AB3C}"/>
          </ac:graphicFrameMkLst>
        </pc:graphicFrameChg>
        <pc:picChg chg="add del">
          <ac:chgData name="E_A" userId="d8f7b489-7532-4229-a756-fed64ebf3d40" providerId="ADAL" clId="{1A20E5AC-3FC6-4E6B-9DAA-7630CF82A2F9}" dt="2026-04-05T09:07:49.469" v="28" actId="26606"/>
          <ac:picMkLst>
            <pc:docMk/>
            <pc:sldMk cId="833895691" sldId="257"/>
            <ac:picMk id="5" creationId="{434F073A-65B8-5B5F-A0C4-AE0EE3517A93}"/>
          </ac:picMkLst>
        </pc:picChg>
        <pc:picChg chg="add del">
          <ac:chgData name="E_A" userId="d8f7b489-7532-4229-a756-fed64ebf3d40" providerId="ADAL" clId="{1A20E5AC-3FC6-4E6B-9DAA-7630CF82A2F9}" dt="2026-04-05T09:42:06.243" v="266" actId="478"/>
          <ac:picMkLst>
            <pc:docMk/>
            <pc:sldMk cId="833895691" sldId="257"/>
            <ac:picMk id="19" creationId="{A2D20CB8-B646-202B-ABE3-271A57CDD768}"/>
          </ac:picMkLst>
        </pc:picChg>
      </pc:sldChg>
      <pc:sldChg chg="addSp delSp modSp new mod setBg modClrScheme delDesignElem chgLayout">
        <pc:chgData name="E_A" userId="d8f7b489-7532-4229-a756-fed64ebf3d40" providerId="ADAL" clId="{1A20E5AC-3FC6-4E6B-9DAA-7630CF82A2F9}" dt="2026-04-05T09:42:54.303" v="277" actId="26606"/>
        <pc:sldMkLst>
          <pc:docMk/>
          <pc:sldMk cId="3380974342" sldId="258"/>
        </pc:sldMkLst>
        <pc:spChg chg="del mod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2" creationId="{AE597A54-3FD2-56D1-C946-AE7D914B0D8F}"/>
          </ac:spMkLst>
        </pc:spChg>
        <pc:spChg chg="add del mod">
          <ac:chgData name="E_A" userId="d8f7b489-7532-4229-a756-fed64ebf3d40" providerId="ADAL" clId="{1A20E5AC-3FC6-4E6B-9DAA-7630CF82A2F9}" dt="2026-04-05T09:07:38.209" v="26" actId="26606"/>
          <ac:spMkLst>
            <pc:docMk/>
            <pc:sldMk cId="3380974342" sldId="258"/>
            <ac:spMk id="3" creationId="{C6956AA9-987D-BDC4-C543-B0202D92128D}"/>
          </ac:spMkLst>
        </pc:spChg>
        <pc:spChg chg="add del mod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6" creationId="{EBF1A4CC-8EB0-6016-FFB2-0D62845496B4}"/>
          </ac:spMkLst>
        </pc:spChg>
        <pc:spChg chg="add del">
          <ac:chgData name="E_A" userId="d8f7b489-7532-4229-a756-fed64ebf3d40" providerId="ADAL" clId="{1A20E5AC-3FC6-4E6B-9DAA-7630CF82A2F9}" dt="2026-04-05T09:07:34.359" v="23" actId="26606"/>
          <ac:spMkLst>
            <pc:docMk/>
            <pc:sldMk cId="3380974342" sldId="258"/>
            <ac:spMk id="8" creationId="{907EF6B7-1338-4443-8C46-6A318D952DFD}"/>
          </ac:spMkLst>
        </pc:spChg>
        <pc:spChg chg="add del">
          <ac:chgData name="E_A" userId="d8f7b489-7532-4229-a756-fed64ebf3d40" providerId="ADAL" clId="{1A20E5AC-3FC6-4E6B-9DAA-7630CF82A2F9}" dt="2026-04-05T09:07:08.951" v="14" actId="26606"/>
          <ac:spMkLst>
            <pc:docMk/>
            <pc:sldMk cId="3380974342" sldId="258"/>
            <ac:spMk id="9" creationId="{362810D9-2C5A-477D-949C-C191895477F3}"/>
          </ac:spMkLst>
        </pc:spChg>
        <pc:spChg chg="add del">
          <ac:chgData name="E_A" userId="d8f7b489-7532-4229-a756-fed64ebf3d40" providerId="ADAL" clId="{1A20E5AC-3FC6-4E6B-9DAA-7630CF82A2F9}" dt="2026-04-05T09:07:34.359" v="23" actId="26606"/>
          <ac:spMkLst>
            <pc:docMk/>
            <pc:sldMk cId="3380974342" sldId="258"/>
            <ac:spMk id="10" creationId="{DAAE4CDD-124C-4DCF-9584-B6033B545DD5}"/>
          </ac:spMkLst>
        </pc:spChg>
        <pc:spChg chg="add del">
          <ac:chgData name="E_A" userId="d8f7b489-7532-4229-a756-fed64ebf3d40" providerId="ADAL" clId="{1A20E5AC-3FC6-4E6B-9DAA-7630CF82A2F9}" dt="2026-04-05T09:07:08.951" v="14" actId="26606"/>
          <ac:spMkLst>
            <pc:docMk/>
            <pc:sldMk cId="3380974342" sldId="258"/>
            <ac:spMk id="11" creationId="{081E4A58-353D-44AE-B2FC-2A74E2E400F7}"/>
          </ac:spMkLst>
        </pc:spChg>
        <pc:spChg chg="add del">
          <ac:chgData name="E_A" userId="d8f7b489-7532-4229-a756-fed64ebf3d40" providerId="ADAL" clId="{1A20E5AC-3FC6-4E6B-9DAA-7630CF82A2F9}" dt="2026-04-05T09:07:34.359" v="23" actId="26606"/>
          <ac:spMkLst>
            <pc:docMk/>
            <pc:sldMk cId="3380974342" sldId="258"/>
            <ac:spMk id="12" creationId="{081E4A58-353D-44AE-B2FC-2A74E2E400F7}"/>
          </ac:spMkLst>
        </pc:spChg>
        <pc:spChg chg="add del">
          <ac:chgData name="E_A" userId="d8f7b489-7532-4229-a756-fed64ebf3d40" providerId="ADAL" clId="{1A20E5AC-3FC6-4E6B-9DAA-7630CF82A2F9}" dt="2026-04-05T09:07:17.018" v="16" actId="26606"/>
          <ac:spMkLst>
            <pc:docMk/>
            <pc:sldMk cId="3380974342" sldId="258"/>
            <ac:spMk id="13" creationId="{6CC7D015-0DD8-420F-A568-AC4FEDC41251}"/>
          </ac:spMkLst>
        </pc:spChg>
        <pc:spChg chg="add del">
          <ac:chgData name="E_A" userId="d8f7b489-7532-4229-a756-fed64ebf3d40" providerId="ADAL" clId="{1A20E5AC-3FC6-4E6B-9DAA-7630CF82A2F9}" dt="2026-04-05T09:07:17.018" v="16" actId="26606"/>
          <ac:spMkLst>
            <pc:docMk/>
            <pc:sldMk cId="3380974342" sldId="258"/>
            <ac:spMk id="14" creationId="{DC595556-C814-4F1F-B0E5-71812F38A8CD}"/>
          </ac:spMkLst>
        </pc:spChg>
        <pc:spChg chg="add mod">
          <ac:chgData name="E_A" userId="d8f7b489-7532-4229-a756-fed64ebf3d40" providerId="ADAL" clId="{1A20E5AC-3FC6-4E6B-9DAA-7630CF82A2F9}" dt="2026-04-05T09:32:14.199" v="118" actId="21"/>
          <ac:spMkLst>
            <pc:docMk/>
            <pc:sldMk cId="3380974342" sldId="258"/>
            <ac:spMk id="16" creationId="{4ADA2C34-E447-D112-4B08-04AAC22082A4}"/>
          </ac:spMkLst>
        </pc:spChg>
        <pc:spChg chg="add mod">
          <ac:chgData name="E_A" userId="d8f7b489-7532-4229-a756-fed64ebf3d40" providerId="ADAL" clId="{1A20E5AC-3FC6-4E6B-9DAA-7630CF82A2F9}" dt="2026-04-05T09:32:25.501" v="123" actId="6549"/>
          <ac:spMkLst>
            <pc:docMk/>
            <pc:sldMk cId="3380974342" sldId="258"/>
            <ac:spMk id="20" creationId="{AC30872E-5741-A547-C080-84E7BEE0184E}"/>
          </ac:spMkLst>
        </pc:spChg>
        <pc:spChg chg="add del mod">
          <ac:chgData name="E_A" userId="d8f7b489-7532-4229-a756-fed64ebf3d40" providerId="ADAL" clId="{1A20E5AC-3FC6-4E6B-9DAA-7630CF82A2F9}" dt="2026-04-05T09:07:34.359" v="23" actId="26606"/>
          <ac:spMkLst>
            <pc:docMk/>
            <pc:sldMk cId="3380974342" sldId="258"/>
            <ac:spMk id="21" creationId="{C6956AA9-987D-BDC4-C543-B0202D92128D}"/>
          </ac:spMkLst>
        </pc:spChg>
        <pc:spChg chg="add del">
          <ac:chgData name="E_A" userId="d8f7b489-7532-4229-a756-fed64ebf3d40" providerId="ADAL" clId="{1A20E5AC-3FC6-4E6B-9DAA-7630CF82A2F9}" dt="2026-04-05T09:07:38.189" v="25" actId="26606"/>
          <ac:spMkLst>
            <pc:docMk/>
            <pc:sldMk cId="3380974342" sldId="258"/>
            <ac:spMk id="23" creationId="{6CC7D015-0DD8-420F-A568-AC4FEDC41251}"/>
          </ac:spMkLst>
        </pc:spChg>
        <pc:spChg chg="add del">
          <ac:chgData name="E_A" userId="d8f7b489-7532-4229-a756-fed64ebf3d40" providerId="ADAL" clId="{1A20E5AC-3FC6-4E6B-9DAA-7630CF82A2F9}" dt="2026-04-05T09:07:38.189" v="25" actId="26606"/>
          <ac:spMkLst>
            <pc:docMk/>
            <pc:sldMk cId="3380974342" sldId="258"/>
            <ac:spMk id="24" creationId="{DC595556-C814-4F1F-B0E5-71812F38A8CD}"/>
          </ac:spMkLst>
        </pc:spChg>
        <pc:spChg chg="add del">
          <ac:chgData name="E_A" userId="d8f7b489-7532-4229-a756-fed64ebf3d40" providerId="ADAL" clId="{1A20E5AC-3FC6-4E6B-9DAA-7630CF82A2F9}" dt="2026-04-05T09:07:38.189" v="25" actId="26606"/>
          <ac:spMkLst>
            <pc:docMk/>
            <pc:sldMk cId="3380974342" sldId="258"/>
            <ac:spMk id="26" creationId="{C6956AA9-987D-BDC4-C543-B0202D92128D}"/>
          </ac:spMkLst>
        </pc:spChg>
        <pc:spChg chg="add del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27" creationId="{A0E38DF7-6BBA-7843-729F-54159E177A17}"/>
          </ac:spMkLst>
        </pc:spChg>
        <pc:spChg chg="add del">
          <ac:chgData name="E_A" userId="d8f7b489-7532-4229-a756-fed64ebf3d40" providerId="ADAL" clId="{1A20E5AC-3FC6-4E6B-9DAA-7630CF82A2F9}" dt="2026-04-05T09:31:34.260" v="100" actId="26606"/>
          <ac:spMkLst>
            <pc:docMk/>
            <pc:sldMk cId="3380974342" sldId="258"/>
            <ac:spMk id="28" creationId="{A2679492-7988-4050-9056-542444452411}"/>
          </ac:spMkLst>
        </pc:spChg>
        <pc:spChg chg="add">
          <ac:chgData name="E_A" userId="d8f7b489-7532-4229-a756-fed64ebf3d40" providerId="ADAL" clId="{1A20E5AC-3FC6-4E6B-9DAA-7630CF82A2F9}" dt="2026-04-05T09:07:38.209" v="26" actId="26606"/>
          <ac:spMkLst>
            <pc:docMk/>
            <pc:sldMk cId="3380974342" sldId="258"/>
            <ac:spMk id="29" creationId="{B091B163-7D61-4891-ABCF-5C13D9C418D0}"/>
          </ac:spMkLst>
        </pc:spChg>
        <pc:spChg chg="add del mod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34" creationId="{C6956AA9-987D-BDC4-C543-B0202D92128D}"/>
          </ac:spMkLst>
        </pc:spChg>
        <pc:spChg chg="add del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37" creationId="{2F6BF10D-CDD5-C26D-B8AC-AF0963D7786F}"/>
          </ac:spMkLst>
        </pc:spChg>
        <pc:spChg chg="add del mod">
          <ac:chgData name="E_A" userId="d8f7b489-7532-4229-a756-fed64ebf3d40" providerId="ADAL" clId="{1A20E5AC-3FC6-4E6B-9DAA-7630CF82A2F9}" dt="2026-04-05T09:33:09.045" v="131" actId="478"/>
          <ac:spMkLst>
            <pc:docMk/>
            <pc:sldMk cId="3380974342" sldId="258"/>
            <ac:spMk id="38" creationId="{B84B29E7-B228-5457-F7F6-8D8AACDCD3C2}"/>
          </ac:spMkLst>
        </pc:spChg>
        <pc:spChg chg="del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39" creationId="{09588DA8-065E-4F6F-8EFD-43104AB2E0CF}"/>
          </ac:spMkLst>
        </pc:spChg>
        <pc:spChg chg="add del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40" creationId="{09588DA8-065E-4F6F-8EFD-43104AB2E0CF}"/>
          </ac:spMkLst>
        </pc:spChg>
        <pc:spChg chg="add del mod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41" creationId="{C4285719-470E-454C-AF62-8323075F1F5B}"/>
          </ac:spMkLst>
        </pc:spChg>
        <pc:spChg chg="add">
          <ac:chgData name="E_A" userId="d8f7b489-7532-4229-a756-fed64ebf3d40" providerId="ADAL" clId="{1A20E5AC-3FC6-4E6B-9DAA-7630CF82A2F9}" dt="2026-04-05T09:31:34.260" v="100" actId="26606"/>
          <ac:spMkLst>
            <pc:docMk/>
            <pc:sldMk cId="3380974342" sldId="258"/>
            <ac:spMk id="42" creationId="{C4285719-470E-454C-AF62-8323075F1F5B}"/>
          </ac:spMkLst>
        </pc:spChg>
        <pc:spChg chg="del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43" creationId="{CD9FE4EF-C4D8-49A0-B2FF-81D8DB7D8A24}"/>
          </ac:spMkLst>
        </pc:spChg>
        <pc:spChg chg="add">
          <ac:chgData name="E_A" userId="d8f7b489-7532-4229-a756-fed64ebf3d40" providerId="ADAL" clId="{1A20E5AC-3FC6-4E6B-9DAA-7630CF82A2F9}" dt="2026-04-05T09:31:34.260" v="100" actId="26606"/>
          <ac:spMkLst>
            <pc:docMk/>
            <pc:sldMk cId="3380974342" sldId="258"/>
            <ac:spMk id="44" creationId="{CD9FE4EF-C4D8-49A0-B2FF-81D8DB7D8A24}"/>
          </ac:spMkLst>
        </pc:spChg>
        <pc:spChg chg="add del mod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45" creationId="{4300840D-0A0B-4512-BACA-B439D5B9C57C}"/>
          </ac:spMkLst>
        </pc:spChg>
        <pc:spChg chg="add del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46" creationId="{4300840D-0A0B-4512-BACA-B439D5B9C57C}"/>
          </ac:spMkLst>
        </pc:spChg>
        <pc:spChg chg="add del mod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47" creationId="{D2B78728-A580-49A7-84F9-6EF6F583ADE0}"/>
          </ac:spMkLst>
        </pc:spChg>
        <pc:spChg chg="add del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48" creationId="{D2B78728-A580-49A7-84F9-6EF6F583ADE0}"/>
          </ac:spMkLst>
        </pc:spChg>
        <pc:spChg chg="add del mod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49" creationId="{38FAA1A1-D861-433F-88FA-1E9D6FD31D11}"/>
          </ac:spMkLst>
        </pc:spChg>
        <pc:spChg chg="add del">
          <ac:chgData name="E_A" userId="d8f7b489-7532-4229-a756-fed64ebf3d40" providerId="ADAL" clId="{1A20E5AC-3FC6-4E6B-9DAA-7630CF82A2F9}" dt="2026-04-05T09:33:00.551" v="130" actId="21"/>
          <ac:spMkLst>
            <pc:docMk/>
            <pc:sldMk cId="3380974342" sldId="258"/>
            <ac:spMk id="50" creationId="{38FAA1A1-D861-433F-88FA-1E9D6FD31D11}"/>
          </ac:spMkLst>
        </pc:spChg>
        <pc:spChg chg="add del mod">
          <ac:chgData name="E_A" userId="d8f7b489-7532-4229-a756-fed64ebf3d40" providerId="ADAL" clId="{1A20E5AC-3FC6-4E6B-9DAA-7630CF82A2F9}" dt="2026-04-05T09:33:28.573" v="136" actId="700"/>
          <ac:spMkLst>
            <pc:docMk/>
            <pc:sldMk cId="3380974342" sldId="258"/>
            <ac:spMk id="51" creationId="{8D71EDA1-87BF-4D5D-AB79-F346FD19278A}"/>
          </ac:spMkLst>
        </pc:spChg>
        <pc:spChg chg="add">
          <ac:chgData name="E_A" userId="d8f7b489-7532-4229-a756-fed64ebf3d40" providerId="ADAL" clId="{1A20E5AC-3FC6-4E6B-9DAA-7630CF82A2F9}" dt="2026-04-05T09:31:34.260" v="100" actId="26606"/>
          <ac:spMkLst>
            <pc:docMk/>
            <pc:sldMk cId="3380974342" sldId="258"/>
            <ac:spMk id="52" creationId="{8D71EDA1-87BF-4D5D-AB79-F346FD19278A}"/>
          </ac:spMkLst>
        </pc:spChg>
        <pc:spChg chg="add del mod">
          <ac:chgData name="E_A" userId="d8f7b489-7532-4229-a756-fed64ebf3d40" providerId="ADAL" clId="{1A20E5AC-3FC6-4E6B-9DAA-7630CF82A2F9}" dt="2026-04-05T09:33:19.472" v="135" actId="478"/>
          <ac:spMkLst>
            <pc:docMk/>
            <pc:sldMk cId="3380974342" sldId="258"/>
            <ac:spMk id="53" creationId="{AE597A54-3FD2-56D1-C946-AE7D914B0D8F}"/>
          </ac:spMkLst>
        </pc:spChg>
        <pc:spChg chg="add del mod ord">
          <ac:chgData name="E_A" userId="d8f7b489-7532-4229-a756-fed64ebf3d40" providerId="ADAL" clId="{1A20E5AC-3FC6-4E6B-9DAA-7630CF82A2F9}" dt="2026-04-05T09:37:00.279" v="215" actId="478"/>
          <ac:spMkLst>
            <pc:docMk/>
            <pc:sldMk cId="3380974342" sldId="258"/>
            <ac:spMk id="54" creationId="{C6956AA9-987D-BDC4-C543-B0202D92128D}"/>
          </ac:spMkLst>
        </pc:spChg>
        <pc:spChg chg="del mod">
          <ac:chgData name="E_A" userId="d8f7b489-7532-4229-a756-fed64ebf3d40" providerId="ADAL" clId="{1A20E5AC-3FC6-4E6B-9DAA-7630CF82A2F9}" dt="2026-04-05T09:35:39.524" v="199" actId="478"/>
          <ac:spMkLst>
            <pc:docMk/>
            <pc:sldMk cId="3380974342" sldId="258"/>
            <ac:spMk id="55" creationId="{EBF1A4CC-8EB0-6016-FFB2-0D62845496B4}"/>
          </ac:spMkLst>
        </pc:spChg>
        <pc:spChg chg="add del mod">
          <ac:chgData name="E_A" userId="d8f7b489-7532-4229-a756-fed64ebf3d40" providerId="ADAL" clId="{1A20E5AC-3FC6-4E6B-9DAA-7630CF82A2F9}" dt="2026-04-05T09:35:54.080" v="202" actId="478"/>
          <ac:spMkLst>
            <pc:docMk/>
            <pc:sldMk cId="3380974342" sldId="258"/>
            <ac:spMk id="56" creationId="{4ADA2C34-E447-D112-4B08-04AAC22082A4}"/>
          </ac:spMkLst>
        </pc:spChg>
        <pc:spChg chg="add mod">
          <ac:chgData name="E_A" userId="d8f7b489-7532-4229-a756-fed64ebf3d40" providerId="ADAL" clId="{1A20E5AC-3FC6-4E6B-9DAA-7630CF82A2F9}" dt="2026-04-05T09:42:45.845" v="276" actId="1076"/>
          <ac:spMkLst>
            <pc:docMk/>
            <pc:sldMk cId="3380974342" sldId="258"/>
            <ac:spMk id="57" creationId="{AC30872E-5741-A547-C080-84E7BEE0184E}"/>
          </ac:spMkLst>
        </pc:spChg>
        <pc:spChg chg="add del mod">
          <ac:chgData name="E_A" userId="d8f7b489-7532-4229-a756-fed64ebf3d40" providerId="ADAL" clId="{1A20E5AC-3FC6-4E6B-9DAA-7630CF82A2F9}" dt="2026-04-05T09:35:50.690" v="201" actId="478"/>
          <ac:spMkLst>
            <pc:docMk/>
            <pc:sldMk cId="3380974342" sldId="258"/>
            <ac:spMk id="58" creationId="{A0E38DF7-6BBA-7843-729F-54159E177A17}"/>
          </ac:spMkLst>
        </pc:spChg>
        <pc:spChg chg="add del mod">
          <ac:chgData name="E_A" userId="d8f7b489-7532-4229-a756-fed64ebf3d40" providerId="ADAL" clId="{1A20E5AC-3FC6-4E6B-9DAA-7630CF82A2F9}" dt="2026-04-05T09:36:13.528" v="209" actId="26606"/>
          <ac:spMkLst>
            <pc:docMk/>
            <pc:sldMk cId="3380974342" sldId="258"/>
            <ac:spMk id="59" creationId="{2F6BF10D-CDD5-C26D-B8AC-AF0963D7786F}"/>
          </ac:spMkLst>
        </pc:spChg>
        <pc:spChg chg="add del mod ord">
          <ac:chgData name="E_A" userId="d8f7b489-7532-4229-a756-fed64ebf3d40" providerId="ADAL" clId="{1A20E5AC-3FC6-4E6B-9DAA-7630CF82A2F9}" dt="2026-04-05T09:41:30.310" v="260" actId="478"/>
          <ac:spMkLst>
            <pc:docMk/>
            <pc:sldMk cId="3380974342" sldId="258"/>
            <ac:spMk id="60" creationId="{4177132A-BF58-71DE-11F4-6031A5E4B290}"/>
          </ac:spMkLst>
        </pc:spChg>
        <pc:spChg chg="add del">
          <ac:chgData name="E_A" userId="d8f7b489-7532-4229-a756-fed64ebf3d40" providerId="ADAL" clId="{1A20E5AC-3FC6-4E6B-9DAA-7630CF82A2F9}" dt="2026-04-05T09:41:55.531" v="262" actId="26606"/>
          <ac:spMkLst>
            <pc:docMk/>
            <pc:sldMk cId="3380974342" sldId="258"/>
            <ac:spMk id="67" creationId="{955A2079-FA98-4876-80F0-72364A7D2EA4}"/>
          </ac:spMkLst>
        </pc:spChg>
        <pc:spChg chg="add del">
          <ac:chgData name="E_A" userId="d8f7b489-7532-4229-a756-fed64ebf3d40" providerId="ADAL" clId="{1A20E5AC-3FC6-4E6B-9DAA-7630CF82A2F9}" dt="2026-04-05T09:42:00.213" v="264" actId="26606"/>
          <ac:spMkLst>
            <pc:docMk/>
            <pc:sldMk cId="3380974342" sldId="258"/>
            <ac:spMk id="69" creationId="{BACC6370-2D7E-4714-9D71-7542949D7D5D}"/>
          </ac:spMkLst>
        </pc:spChg>
        <pc:spChg chg="add del">
          <ac:chgData name="E_A" userId="d8f7b489-7532-4229-a756-fed64ebf3d40" providerId="ADAL" clId="{1A20E5AC-3FC6-4E6B-9DAA-7630CF82A2F9}" dt="2026-04-05T09:37:50.698" v="226" actId="26606"/>
          <ac:spMkLst>
            <pc:docMk/>
            <pc:sldMk cId="3380974342" sldId="258"/>
            <ac:spMk id="70" creationId="{955A2079-FA98-4876-80F0-72364A7D2EA4}"/>
          </ac:spMkLst>
        </pc:spChg>
        <pc:spChg chg="add del">
          <ac:chgData name="E_A" userId="d8f7b489-7532-4229-a756-fed64ebf3d40" providerId="ADAL" clId="{1A20E5AC-3FC6-4E6B-9DAA-7630CF82A2F9}" dt="2026-04-05T09:42:00.213" v="264" actId="26606"/>
          <ac:spMkLst>
            <pc:docMk/>
            <pc:sldMk cId="3380974342" sldId="258"/>
            <ac:spMk id="72" creationId="{F68B3F68-107C-434F-AA38-110D5EA91B85}"/>
          </ac:spMkLst>
        </pc:spChg>
        <pc:spChg chg="add del">
          <ac:chgData name="E_A" userId="d8f7b489-7532-4229-a756-fed64ebf3d40" providerId="ADAL" clId="{1A20E5AC-3FC6-4E6B-9DAA-7630CF82A2F9}" dt="2026-04-05T09:42:00.213" v="264" actId="26606"/>
          <ac:spMkLst>
            <pc:docMk/>
            <pc:sldMk cId="3380974342" sldId="258"/>
            <ac:spMk id="74" creationId="{AAD0DBB9-1A4B-4391-81D4-CB19F9AB918A}"/>
          </ac:spMkLst>
        </pc:spChg>
        <pc:spChg chg="add del">
          <ac:chgData name="E_A" userId="d8f7b489-7532-4229-a756-fed64ebf3d40" providerId="ADAL" clId="{1A20E5AC-3FC6-4E6B-9DAA-7630CF82A2F9}" dt="2026-04-05T09:40:11.241" v="245" actId="26606"/>
          <ac:spMkLst>
            <pc:docMk/>
            <pc:sldMk cId="3380974342" sldId="258"/>
            <ac:spMk id="75" creationId="{DCC231C8-C761-4B31-9B1C-C6D19248C6B3}"/>
          </ac:spMkLst>
        </pc:spChg>
        <pc:spChg chg="add del">
          <ac:chgData name="E_A" userId="d8f7b489-7532-4229-a756-fed64ebf3d40" providerId="ADAL" clId="{1A20E5AC-3FC6-4E6B-9DAA-7630CF82A2F9}" dt="2026-04-05T09:42:00.213" v="264" actId="26606"/>
          <ac:spMkLst>
            <pc:docMk/>
            <pc:sldMk cId="3380974342" sldId="258"/>
            <ac:spMk id="76" creationId="{063BBA22-50EA-4C4D-BE05-F1CE4E63AA56}"/>
          </ac:spMkLst>
        </pc:spChg>
        <pc:spChg chg="add del">
          <ac:chgData name="E_A" userId="d8f7b489-7532-4229-a756-fed64ebf3d40" providerId="ADAL" clId="{1A20E5AC-3FC6-4E6B-9DAA-7630CF82A2F9}" dt="2026-04-05T09:42:41.409" v="274" actId="26606"/>
          <ac:spMkLst>
            <pc:docMk/>
            <pc:sldMk cId="3380974342" sldId="258"/>
            <ac:spMk id="78" creationId="{955A2079-FA98-4876-80F0-72364A7D2EA4}"/>
          </ac:spMkLst>
        </pc:spChg>
        <pc:spChg chg="add del">
          <ac:chgData name="E_A" userId="d8f7b489-7532-4229-a756-fed64ebf3d40" providerId="ADAL" clId="{1A20E5AC-3FC6-4E6B-9DAA-7630CF82A2F9}" dt="2026-04-05T09:41:07.698" v="257" actId="700"/>
          <ac:spMkLst>
            <pc:docMk/>
            <pc:sldMk cId="3380974342" sldId="258"/>
            <ac:spMk id="81" creationId="{B50AB553-2A96-4A92-96F2-93548E096954}"/>
          </ac:spMkLst>
        </pc:spChg>
        <pc:spChg chg="add del">
          <ac:chgData name="E_A" userId="d8f7b489-7532-4229-a756-fed64ebf3d40" providerId="ADAL" clId="{1A20E5AC-3FC6-4E6B-9DAA-7630CF82A2F9}" dt="2026-04-05T09:42:54.303" v="277" actId="26606"/>
          <ac:spMkLst>
            <pc:docMk/>
            <pc:sldMk cId="3380974342" sldId="258"/>
            <ac:spMk id="83" creationId="{955A2079-FA98-4876-80F0-72364A7D2EA4}"/>
          </ac:spMkLst>
        </pc:spChg>
        <pc:spChg chg="add">
          <ac:chgData name="E_A" userId="d8f7b489-7532-4229-a756-fed64ebf3d40" providerId="ADAL" clId="{1A20E5AC-3FC6-4E6B-9DAA-7630CF82A2F9}" dt="2026-04-05T09:42:54.303" v="277" actId="26606"/>
          <ac:spMkLst>
            <pc:docMk/>
            <pc:sldMk cId="3380974342" sldId="258"/>
            <ac:spMk id="88" creationId="{955A2079-FA98-4876-80F0-72364A7D2EA4}"/>
          </ac:spMkLst>
        </pc:spChg>
        <pc:grpChg chg="add">
          <ac:chgData name="E_A" userId="d8f7b489-7532-4229-a756-fed64ebf3d40" providerId="ADAL" clId="{1A20E5AC-3FC6-4E6B-9DAA-7630CF82A2F9}" dt="2026-04-05T09:07:38.209" v="26" actId="26606"/>
          <ac:grpSpMkLst>
            <pc:docMk/>
            <pc:sldMk cId="3380974342" sldId="258"/>
            <ac:grpSpMk id="30" creationId="{0474DF76-993E-44DE-AFB0-C416182ACECF}"/>
          </ac:grpSpMkLst>
        </pc:grpChg>
        <pc:graphicFrameChg chg="add del">
          <ac:chgData name="E_A" userId="d8f7b489-7532-4229-a756-fed64ebf3d40" providerId="ADAL" clId="{1A20E5AC-3FC6-4E6B-9DAA-7630CF82A2F9}" dt="2026-04-05T09:07:24.274" v="18" actId="26606"/>
          <ac:graphicFrameMkLst>
            <pc:docMk/>
            <pc:sldMk cId="3380974342" sldId="258"/>
            <ac:graphicFrameMk id="17" creationId="{BE985295-0C59-ABD4-70B9-D546D2730986}"/>
          </ac:graphicFrameMkLst>
        </pc:graphicFrameChg>
        <pc:graphicFrameChg chg="add del">
          <ac:chgData name="E_A" userId="d8f7b489-7532-4229-a756-fed64ebf3d40" providerId="ADAL" clId="{1A20E5AC-3FC6-4E6B-9DAA-7630CF82A2F9}" dt="2026-04-05T09:07:31.986" v="20" actId="26606"/>
          <ac:graphicFrameMkLst>
            <pc:docMk/>
            <pc:sldMk cId="3380974342" sldId="258"/>
            <ac:graphicFrameMk id="19" creationId="{68D8FFF3-5270-D035-171A-1C2339408925}"/>
          </ac:graphicFrameMkLst>
        </pc:graphicFrameChg>
        <pc:graphicFrameChg chg="add del">
          <ac:chgData name="E_A" userId="d8f7b489-7532-4229-a756-fed64ebf3d40" providerId="ADAL" clId="{1A20E5AC-3FC6-4E6B-9DAA-7630CF82A2F9}" dt="2026-04-05T09:36:11.414" v="206" actId="26606"/>
          <ac:graphicFrameMkLst>
            <pc:docMk/>
            <pc:sldMk cId="3380974342" sldId="258"/>
            <ac:graphicFrameMk id="61" creationId="{80BB6AFA-5759-7896-D7C9-902DA0BA16AA}"/>
          </ac:graphicFrameMkLst>
        </pc:graphicFrameChg>
        <pc:graphicFrameChg chg="add del">
          <ac:chgData name="E_A" userId="d8f7b489-7532-4229-a756-fed64ebf3d40" providerId="ADAL" clId="{1A20E5AC-3FC6-4E6B-9DAA-7630CF82A2F9}" dt="2026-04-05T09:36:13.470" v="208" actId="26606"/>
          <ac:graphicFrameMkLst>
            <pc:docMk/>
            <pc:sldMk cId="3380974342" sldId="258"/>
            <ac:graphicFrameMk id="63" creationId="{F00691DA-5A3C-8411-BAED-F51F1310E86C}"/>
          </ac:graphicFrameMkLst>
        </pc:graphicFrameChg>
        <pc:graphicFrameChg chg="add mod modGraphic">
          <ac:chgData name="E_A" userId="d8f7b489-7532-4229-a756-fed64ebf3d40" providerId="ADAL" clId="{1A20E5AC-3FC6-4E6B-9DAA-7630CF82A2F9}" dt="2026-04-05T09:42:54.303" v="277" actId="26606"/>
          <ac:graphicFrameMkLst>
            <pc:docMk/>
            <pc:sldMk cId="3380974342" sldId="258"/>
            <ac:graphicFrameMk id="65" creationId="{D6BFC041-05FE-6BBC-F1B7-8D5E7909A87A}"/>
          </ac:graphicFrameMkLst>
        </pc:graphicFrameChg>
        <pc:picChg chg="add del">
          <ac:chgData name="E_A" userId="d8f7b489-7532-4229-a756-fed64ebf3d40" providerId="ADAL" clId="{1A20E5AC-3FC6-4E6B-9DAA-7630CF82A2F9}" dt="2026-04-05T09:07:08.951" v="14" actId="26606"/>
          <ac:picMkLst>
            <pc:docMk/>
            <pc:sldMk cId="3380974342" sldId="258"/>
            <ac:picMk id="5" creationId="{FC04FFA7-E00C-085B-FCF9-4A131DE0FC8B}"/>
          </ac:picMkLst>
        </pc:picChg>
        <pc:picChg chg="add del">
          <ac:chgData name="E_A" userId="d8f7b489-7532-4229-a756-fed64ebf3d40" providerId="ADAL" clId="{1A20E5AC-3FC6-4E6B-9DAA-7630CF82A2F9}" dt="2026-04-05T09:07:17.018" v="16" actId="26606"/>
          <ac:picMkLst>
            <pc:docMk/>
            <pc:sldMk cId="3380974342" sldId="258"/>
            <ac:picMk id="15" creationId="{08C460ED-EC7A-89CB-B192-66591DE87E4D}"/>
          </ac:picMkLst>
        </pc:picChg>
        <pc:picChg chg="add del">
          <ac:chgData name="E_A" userId="d8f7b489-7532-4229-a756-fed64ebf3d40" providerId="ADAL" clId="{1A20E5AC-3FC6-4E6B-9DAA-7630CF82A2F9}" dt="2026-04-05T09:07:38.189" v="25" actId="26606"/>
          <ac:picMkLst>
            <pc:docMk/>
            <pc:sldMk cId="3380974342" sldId="258"/>
            <ac:picMk id="25" creationId="{08C460ED-EC7A-89CB-B192-66591DE87E4D}"/>
          </ac:picMkLst>
        </pc:picChg>
        <pc:picChg chg="add del">
          <ac:chgData name="E_A" userId="d8f7b489-7532-4229-a756-fed64ebf3d40" providerId="ADAL" clId="{1A20E5AC-3FC6-4E6B-9DAA-7630CF82A2F9}" dt="2026-04-05T09:41:27.063" v="259" actId="478"/>
          <ac:picMkLst>
            <pc:docMk/>
            <pc:sldMk cId="3380974342" sldId="258"/>
            <ac:picMk id="77" creationId="{1367F239-4AB5-8236-068D-157742C35443}"/>
          </ac:picMkLst>
        </pc:picChg>
        <pc:cxnChg chg="add">
          <ac:chgData name="E_A" userId="d8f7b489-7532-4229-a756-fed64ebf3d40" providerId="ADAL" clId="{1A20E5AC-3FC6-4E6B-9DAA-7630CF82A2F9}" dt="2026-04-05T09:07:38.209" v="26" actId="26606"/>
          <ac:cxnSpMkLst>
            <pc:docMk/>
            <pc:sldMk cId="3380974342" sldId="258"/>
            <ac:cxnSpMk id="35" creationId="{C49DA8F6-BCC1-4447-B54C-57856834B94B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3C9C29-F48D-415B-87CC-544D0F6AFD4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E270DEE-05F8-41DD-91D2-5D0B88FE29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Medical Devices &amp; Diagnostics</a:t>
          </a:r>
          <a:endParaRPr lang="en-US"/>
        </a:p>
      </dgm:t>
    </dgm:pt>
    <dgm:pt modelId="{CA18BFE3-EC95-45BE-B58C-7328744D34B1}" type="parTrans" cxnId="{8B3D6670-6764-458F-9E7F-BFD5DF9B508E}">
      <dgm:prSet/>
      <dgm:spPr/>
      <dgm:t>
        <a:bodyPr/>
        <a:lstStyle/>
        <a:p>
          <a:endParaRPr lang="en-US"/>
        </a:p>
      </dgm:t>
    </dgm:pt>
    <dgm:pt modelId="{37B15FD0-8DA9-4044-9148-57CF16B22EA3}" type="sibTrans" cxnId="{8B3D6670-6764-458F-9E7F-BFD5DF9B50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E1C4EE8-56BD-4A26-B237-1355748993A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Medical devices </a:t>
          </a:r>
          <a:endParaRPr lang="en-US"/>
        </a:p>
      </dgm:t>
    </dgm:pt>
    <dgm:pt modelId="{0BDC35C2-6799-49D3-98DC-8FCEBBD89C21}" type="parTrans" cxnId="{0C4D2D75-311B-4734-AB33-063F9395197E}">
      <dgm:prSet/>
      <dgm:spPr/>
      <dgm:t>
        <a:bodyPr/>
        <a:lstStyle/>
        <a:p>
          <a:endParaRPr lang="en-US"/>
        </a:p>
      </dgm:t>
    </dgm:pt>
    <dgm:pt modelId="{165A9952-88B3-4B4D-B7D5-4EC750597BB8}" type="sibTrans" cxnId="{0C4D2D75-311B-4734-AB33-063F939519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AB7C01-9066-4B15-A22E-F8423D12B9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Clinical nutrition </a:t>
          </a:r>
          <a:endParaRPr lang="en-US"/>
        </a:p>
      </dgm:t>
    </dgm:pt>
    <dgm:pt modelId="{B3636479-DEE6-4456-A33B-D31E89094D66}" type="parTrans" cxnId="{9854DCFC-611A-4C08-B299-FC5774E25D87}">
      <dgm:prSet/>
      <dgm:spPr/>
      <dgm:t>
        <a:bodyPr/>
        <a:lstStyle/>
        <a:p>
          <a:endParaRPr lang="en-US"/>
        </a:p>
      </dgm:t>
    </dgm:pt>
    <dgm:pt modelId="{D50C113B-838D-4C5E-8A10-4DBB43A92317}" type="sibTrans" cxnId="{9854DCFC-611A-4C08-B299-FC5774E25D8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22E8EA-D2A9-4C68-9509-EA4E00D793B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Self-diagnostic products </a:t>
          </a:r>
          <a:endParaRPr lang="en-US"/>
        </a:p>
      </dgm:t>
    </dgm:pt>
    <dgm:pt modelId="{A796938D-50AB-4A18-8159-207A4DF53DD7}" type="parTrans" cxnId="{B59C0145-1F4A-42DF-96B3-82D6F26E55BA}">
      <dgm:prSet/>
      <dgm:spPr/>
      <dgm:t>
        <a:bodyPr/>
        <a:lstStyle/>
        <a:p>
          <a:endParaRPr lang="en-US"/>
        </a:p>
      </dgm:t>
    </dgm:pt>
    <dgm:pt modelId="{BCF48F27-2A00-4F3E-8EA5-B104C0CD5ED0}" type="sibTrans" cxnId="{B59C0145-1F4A-42DF-96B3-82D6F26E55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B2A297-1E72-4748-A91B-2F90DE59D01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Wound care </a:t>
          </a:r>
          <a:endParaRPr lang="en-US"/>
        </a:p>
      </dgm:t>
    </dgm:pt>
    <dgm:pt modelId="{B452EBCF-1A84-4051-A30B-A3F373DF55D3}" type="parTrans" cxnId="{39111061-9E58-41D9-AC86-CC1F50D9AA6C}">
      <dgm:prSet/>
      <dgm:spPr/>
      <dgm:t>
        <a:bodyPr/>
        <a:lstStyle/>
        <a:p>
          <a:endParaRPr lang="en-US"/>
        </a:p>
      </dgm:t>
    </dgm:pt>
    <dgm:pt modelId="{2DC10C48-FD66-4782-96CA-71C8A4203A4C}" type="sibTrans" cxnId="{39111061-9E58-41D9-AC86-CC1F50D9AA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F13EE0-2E30-4FA3-AE21-EE5FF3B357C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Diabetes care </a:t>
          </a:r>
          <a:endParaRPr lang="en-US"/>
        </a:p>
      </dgm:t>
    </dgm:pt>
    <dgm:pt modelId="{8930082F-F8D5-4932-9641-6AC2C1FCDB95}" type="parTrans" cxnId="{8AC610A1-7A90-4076-8F7D-B2C04EBC3543}">
      <dgm:prSet/>
      <dgm:spPr/>
      <dgm:t>
        <a:bodyPr/>
        <a:lstStyle/>
        <a:p>
          <a:endParaRPr lang="en-US"/>
        </a:p>
      </dgm:t>
    </dgm:pt>
    <dgm:pt modelId="{389D725A-6C27-4F70-A848-7298C06083D7}" type="sibTrans" cxnId="{8AC610A1-7A90-4076-8F7D-B2C04EBC3543}">
      <dgm:prSet/>
      <dgm:spPr/>
      <dgm:t>
        <a:bodyPr/>
        <a:lstStyle/>
        <a:p>
          <a:endParaRPr lang="en-US"/>
        </a:p>
      </dgm:t>
    </dgm:pt>
    <dgm:pt modelId="{0A0D29E1-C0F9-420D-BB72-959503873239}" type="pres">
      <dgm:prSet presAssocID="{BA3C9C29-F48D-415B-87CC-544D0F6AFD48}" presName="root" presStyleCnt="0">
        <dgm:presLayoutVars>
          <dgm:dir/>
          <dgm:resizeHandles val="exact"/>
        </dgm:presLayoutVars>
      </dgm:prSet>
      <dgm:spPr/>
    </dgm:pt>
    <dgm:pt modelId="{9E80B4FE-9A68-4F4A-8370-30A4D9AA5713}" type="pres">
      <dgm:prSet presAssocID="{BA3C9C29-F48D-415B-87CC-544D0F6AFD48}" presName="container" presStyleCnt="0">
        <dgm:presLayoutVars>
          <dgm:dir/>
          <dgm:resizeHandles val="exact"/>
        </dgm:presLayoutVars>
      </dgm:prSet>
      <dgm:spPr/>
    </dgm:pt>
    <dgm:pt modelId="{035EBFE0-C878-4649-A30A-B5A015ECE017}" type="pres">
      <dgm:prSet presAssocID="{BE270DEE-05F8-41DD-91D2-5D0B88FE296F}" presName="compNode" presStyleCnt="0"/>
      <dgm:spPr/>
    </dgm:pt>
    <dgm:pt modelId="{6203505C-F2B3-49D3-A55B-86757FCBBC58}" type="pres">
      <dgm:prSet presAssocID="{BE270DEE-05F8-41DD-91D2-5D0B88FE296F}" presName="iconBgRect" presStyleLbl="bgShp" presStyleIdx="0" presStyleCnt="6"/>
      <dgm:spPr/>
    </dgm:pt>
    <dgm:pt modelId="{91DF19E3-EF8C-46C1-A103-432AD98CA504}" type="pres">
      <dgm:prSet presAssocID="{BE270DEE-05F8-41DD-91D2-5D0B88FE296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51170F9E-C342-48AA-98AF-AC4C044F945A}" type="pres">
      <dgm:prSet presAssocID="{BE270DEE-05F8-41DD-91D2-5D0B88FE296F}" presName="spaceRect" presStyleCnt="0"/>
      <dgm:spPr/>
    </dgm:pt>
    <dgm:pt modelId="{B250FBC6-66E5-4524-BAFF-B59E871A6DEC}" type="pres">
      <dgm:prSet presAssocID="{BE270DEE-05F8-41DD-91D2-5D0B88FE296F}" presName="textRect" presStyleLbl="revTx" presStyleIdx="0" presStyleCnt="6">
        <dgm:presLayoutVars>
          <dgm:chMax val="1"/>
          <dgm:chPref val="1"/>
        </dgm:presLayoutVars>
      </dgm:prSet>
      <dgm:spPr/>
    </dgm:pt>
    <dgm:pt modelId="{7A431049-B11B-4AA2-B0AB-713AD14F9A6D}" type="pres">
      <dgm:prSet presAssocID="{37B15FD0-8DA9-4044-9148-57CF16B22EA3}" presName="sibTrans" presStyleLbl="sibTrans2D1" presStyleIdx="0" presStyleCnt="0"/>
      <dgm:spPr/>
    </dgm:pt>
    <dgm:pt modelId="{B59360F5-F79B-4A83-81A5-9AEA2AF528AB}" type="pres">
      <dgm:prSet presAssocID="{FE1C4EE8-56BD-4A26-B237-1355748993A9}" presName="compNode" presStyleCnt="0"/>
      <dgm:spPr/>
    </dgm:pt>
    <dgm:pt modelId="{5B0D6440-436D-4DE4-8C08-19664B5D657B}" type="pres">
      <dgm:prSet presAssocID="{FE1C4EE8-56BD-4A26-B237-1355748993A9}" presName="iconBgRect" presStyleLbl="bgShp" presStyleIdx="1" presStyleCnt="6"/>
      <dgm:spPr/>
    </dgm:pt>
    <dgm:pt modelId="{76280F06-8A34-4551-9C31-40FF1ECC6701}" type="pres">
      <dgm:prSet presAssocID="{FE1C4EE8-56BD-4A26-B237-1355748993A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954BA09C-AEBB-43BE-BAC8-412B16BBA684}" type="pres">
      <dgm:prSet presAssocID="{FE1C4EE8-56BD-4A26-B237-1355748993A9}" presName="spaceRect" presStyleCnt="0"/>
      <dgm:spPr/>
    </dgm:pt>
    <dgm:pt modelId="{41CF8717-EE91-419D-8E07-75E1604190CE}" type="pres">
      <dgm:prSet presAssocID="{FE1C4EE8-56BD-4A26-B237-1355748993A9}" presName="textRect" presStyleLbl="revTx" presStyleIdx="1" presStyleCnt="6">
        <dgm:presLayoutVars>
          <dgm:chMax val="1"/>
          <dgm:chPref val="1"/>
        </dgm:presLayoutVars>
      </dgm:prSet>
      <dgm:spPr/>
    </dgm:pt>
    <dgm:pt modelId="{7ED0B67B-39F4-4572-8381-1EB41A3C277A}" type="pres">
      <dgm:prSet presAssocID="{165A9952-88B3-4B4D-B7D5-4EC750597BB8}" presName="sibTrans" presStyleLbl="sibTrans2D1" presStyleIdx="0" presStyleCnt="0"/>
      <dgm:spPr/>
    </dgm:pt>
    <dgm:pt modelId="{04905670-5BF3-4537-8BEB-8BCEF26B4F79}" type="pres">
      <dgm:prSet presAssocID="{77AB7C01-9066-4B15-A22E-F8423D12B923}" presName="compNode" presStyleCnt="0"/>
      <dgm:spPr/>
    </dgm:pt>
    <dgm:pt modelId="{D896C071-7DF4-47CE-8ABE-C3E3313BCBA3}" type="pres">
      <dgm:prSet presAssocID="{77AB7C01-9066-4B15-A22E-F8423D12B923}" presName="iconBgRect" presStyleLbl="bgShp" presStyleIdx="2" presStyleCnt="6"/>
      <dgm:spPr/>
    </dgm:pt>
    <dgm:pt modelId="{991A38A3-2E3D-49EA-A180-1CFB044ABB52}" type="pres">
      <dgm:prSet presAssocID="{77AB7C01-9066-4B15-A22E-F8423D12B92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E7691C82-3E0D-42E6-B465-3B0CD7B12597}" type="pres">
      <dgm:prSet presAssocID="{77AB7C01-9066-4B15-A22E-F8423D12B923}" presName="spaceRect" presStyleCnt="0"/>
      <dgm:spPr/>
    </dgm:pt>
    <dgm:pt modelId="{FEBDFA76-A504-455A-A276-835F66150D32}" type="pres">
      <dgm:prSet presAssocID="{77AB7C01-9066-4B15-A22E-F8423D12B923}" presName="textRect" presStyleLbl="revTx" presStyleIdx="2" presStyleCnt="6">
        <dgm:presLayoutVars>
          <dgm:chMax val="1"/>
          <dgm:chPref val="1"/>
        </dgm:presLayoutVars>
      </dgm:prSet>
      <dgm:spPr/>
    </dgm:pt>
    <dgm:pt modelId="{C253E0CA-76B4-418D-A602-D852C085194D}" type="pres">
      <dgm:prSet presAssocID="{D50C113B-838D-4C5E-8A10-4DBB43A92317}" presName="sibTrans" presStyleLbl="sibTrans2D1" presStyleIdx="0" presStyleCnt="0"/>
      <dgm:spPr/>
    </dgm:pt>
    <dgm:pt modelId="{2FE5BB87-D135-444A-BC2A-472EAEB4352C}" type="pres">
      <dgm:prSet presAssocID="{8322E8EA-D2A9-4C68-9509-EA4E00D793B9}" presName="compNode" presStyleCnt="0"/>
      <dgm:spPr/>
    </dgm:pt>
    <dgm:pt modelId="{97593846-4884-4E4F-A2E7-EFAC62382552}" type="pres">
      <dgm:prSet presAssocID="{8322E8EA-D2A9-4C68-9509-EA4E00D793B9}" presName="iconBgRect" presStyleLbl="bgShp" presStyleIdx="3" presStyleCnt="6"/>
      <dgm:spPr/>
    </dgm:pt>
    <dgm:pt modelId="{10BCD1F5-B190-4376-895F-7D1EE666972A}" type="pres">
      <dgm:prSet presAssocID="{8322E8EA-D2A9-4C68-9509-EA4E00D793B9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BDAA53EF-50C9-4246-BCF7-A85AB9EDEEE7}" type="pres">
      <dgm:prSet presAssocID="{8322E8EA-D2A9-4C68-9509-EA4E00D793B9}" presName="spaceRect" presStyleCnt="0"/>
      <dgm:spPr/>
    </dgm:pt>
    <dgm:pt modelId="{AC13A7B2-6FD7-496D-BADA-87DEF912B2EF}" type="pres">
      <dgm:prSet presAssocID="{8322E8EA-D2A9-4C68-9509-EA4E00D793B9}" presName="textRect" presStyleLbl="revTx" presStyleIdx="3" presStyleCnt="6">
        <dgm:presLayoutVars>
          <dgm:chMax val="1"/>
          <dgm:chPref val="1"/>
        </dgm:presLayoutVars>
      </dgm:prSet>
      <dgm:spPr/>
    </dgm:pt>
    <dgm:pt modelId="{E53F4F0E-E5AC-471E-88E4-90C9D3894024}" type="pres">
      <dgm:prSet presAssocID="{BCF48F27-2A00-4F3E-8EA5-B104C0CD5ED0}" presName="sibTrans" presStyleLbl="sibTrans2D1" presStyleIdx="0" presStyleCnt="0"/>
      <dgm:spPr/>
    </dgm:pt>
    <dgm:pt modelId="{81ACF532-5AE3-413D-94A7-70A8D61BA36D}" type="pres">
      <dgm:prSet presAssocID="{2FB2A297-1E72-4748-A91B-2F90DE59D01E}" presName="compNode" presStyleCnt="0"/>
      <dgm:spPr/>
    </dgm:pt>
    <dgm:pt modelId="{40F3F5F0-3F45-457B-BD06-78B8A5F9D436}" type="pres">
      <dgm:prSet presAssocID="{2FB2A297-1E72-4748-A91B-2F90DE59D01E}" presName="iconBgRect" presStyleLbl="bgShp" presStyleIdx="4" presStyleCnt="6"/>
      <dgm:spPr/>
    </dgm:pt>
    <dgm:pt modelId="{13E038E3-894F-4221-AD79-2F87CC0766CA}" type="pres">
      <dgm:prSet presAssocID="{2FB2A297-1E72-4748-A91B-2F90DE59D01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796A8B6A-B091-4587-A33C-713AF50B690F}" type="pres">
      <dgm:prSet presAssocID="{2FB2A297-1E72-4748-A91B-2F90DE59D01E}" presName="spaceRect" presStyleCnt="0"/>
      <dgm:spPr/>
    </dgm:pt>
    <dgm:pt modelId="{7A2EAC7C-BA8B-4556-A33B-15AD470D1C7E}" type="pres">
      <dgm:prSet presAssocID="{2FB2A297-1E72-4748-A91B-2F90DE59D01E}" presName="textRect" presStyleLbl="revTx" presStyleIdx="4" presStyleCnt="6">
        <dgm:presLayoutVars>
          <dgm:chMax val="1"/>
          <dgm:chPref val="1"/>
        </dgm:presLayoutVars>
      </dgm:prSet>
      <dgm:spPr/>
    </dgm:pt>
    <dgm:pt modelId="{D8CFCE95-6B81-477E-9D68-8275F7DC0DCB}" type="pres">
      <dgm:prSet presAssocID="{2DC10C48-FD66-4782-96CA-71C8A4203A4C}" presName="sibTrans" presStyleLbl="sibTrans2D1" presStyleIdx="0" presStyleCnt="0"/>
      <dgm:spPr/>
    </dgm:pt>
    <dgm:pt modelId="{8B038FBE-D833-41E0-B3E1-8FBCAB829763}" type="pres">
      <dgm:prSet presAssocID="{41F13EE0-2E30-4FA3-AE21-EE5FF3B357C4}" presName="compNode" presStyleCnt="0"/>
      <dgm:spPr/>
    </dgm:pt>
    <dgm:pt modelId="{5A19345F-AC0C-4EDD-95DF-A2FFC97EF174}" type="pres">
      <dgm:prSet presAssocID="{41F13EE0-2E30-4FA3-AE21-EE5FF3B357C4}" presName="iconBgRect" presStyleLbl="bgShp" presStyleIdx="5" presStyleCnt="6"/>
      <dgm:spPr/>
    </dgm:pt>
    <dgm:pt modelId="{B4A6816C-3A51-4F3D-871E-B7C66B1EBA07}" type="pres">
      <dgm:prSet presAssocID="{41F13EE0-2E30-4FA3-AE21-EE5FF3B357C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3BC76A6E-4F97-423A-9CF0-B812A44736B6}" type="pres">
      <dgm:prSet presAssocID="{41F13EE0-2E30-4FA3-AE21-EE5FF3B357C4}" presName="spaceRect" presStyleCnt="0"/>
      <dgm:spPr/>
    </dgm:pt>
    <dgm:pt modelId="{1B7BE17E-D1C7-447C-8598-CD80FF5934EA}" type="pres">
      <dgm:prSet presAssocID="{41F13EE0-2E30-4FA3-AE21-EE5FF3B357C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362D320-3A49-4C63-A557-B4A8AF3E1320}" type="presOf" srcId="{77AB7C01-9066-4B15-A22E-F8423D12B923}" destId="{FEBDFA76-A504-455A-A276-835F66150D32}" srcOrd="0" destOrd="0" presId="urn:microsoft.com/office/officeart/2018/2/layout/IconCircleList"/>
    <dgm:cxn modelId="{3274275C-FEA1-4F36-B525-E949E21DFE3D}" type="presOf" srcId="{41F13EE0-2E30-4FA3-AE21-EE5FF3B357C4}" destId="{1B7BE17E-D1C7-447C-8598-CD80FF5934EA}" srcOrd="0" destOrd="0" presId="urn:microsoft.com/office/officeart/2018/2/layout/IconCircleList"/>
    <dgm:cxn modelId="{39111061-9E58-41D9-AC86-CC1F50D9AA6C}" srcId="{BA3C9C29-F48D-415B-87CC-544D0F6AFD48}" destId="{2FB2A297-1E72-4748-A91B-2F90DE59D01E}" srcOrd="4" destOrd="0" parTransId="{B452EBCF-1A84-4051-A30B-A3F373DF55D3}" sibTransId="{2DC10C48-FD66-4782-96CA-71C8A4203A4C}"/>
    <dgm:cxn modelId="{B59C0145-1F4A-42DF-96B3-82D6F26E55BA}" srcId="{BA3C9C29-F48D-415B-87CC-544D0F6AFD48}" destId="{8322E8EA-D2A9-4C68-9509-EA4E00D793B9}" srcOrd="3" destOrd="0" parTransId="{A796938D-50AB-4A18-8159-207A4DF53DD7}" sibTransId="{BCF48F27-2A00-4F3E-8EA5-B104C0CD5ED0}"/>
    <dgm:cxn modelId="{CF7C4E48-CD87-47A5-94A6-7F3E1AC95F35}" type="presOf" srcId="{2FB2A297-1E72-4748-A91B-2F90DE59D01E}" destId="{7A2EAC7C-BA8B-4556-A33B-15AD470D1C7E}" srcOrd="0" destOrd="0" presId="urn:microsoft.com/office/officeart/2018/2/layout/IconCircleList"/>
    <dgm:cxn modelId="{BC32F46E-D5D8-4DB7-94A4-8090CDBCAB09}" type="presOf" srcId="{BA3C9C29-F48D-415B-87CC-544D0F6AFD48}" destId="{0A0D29E1-C0F9-420D-BB72-959503873239}" srcOrd="0" destOrd="0" presId="urn:microsoft.com/office/officeart/2018/2/layout/IconCircleList"/>
    <dgm:cxn modelId="{8B3D6670-6764-458F-9E7F-BFD5DF9B508E}" srcId="{BA3C9C29-F48D-415B-87CC-544D0F6AFD48}" destId="{BE270DEE-05F8-41DD-91D2-5D0B88FE296F}" srcOrd="0" destOrd="0" parTransId="{CA18BFE3-EC95-45BE-B58C-7328744D34B1}" sibTransId="{37B15FD0-8DA9-4044-9148-57CF16B22EA3}"/>
    <dgm:cxn modelId="{0C4D2D75-311B-4734-AB33-063F9395197E}" srcId="{BA3C9C29-F48D-415B-87CC-544D0F6AFD48}" destId="{FE1C4EE8-56BD-4A26-B237-1355748993A9}" srcOrd="1" destOrd="0" parTransId="{0BDC35C2-6799-49D3-98DC-8FCEBBD89C21}" sibTransId="{165A9952-88B3-4B4D-B7D5-4EC750597BB8}"/>
    <dgm:cxn modelId="{63F59057-6404-4B60-B565-00ADF64B7337}" type="presOf" srcId="{8322E8EA-D2A9-4C68-9509-EA4E00D793B9}" destId="{AC13A7B2-6FD7-496D-BADA-87DEF912B2EF}" srcOrd="0" destOrd="0" presId="urn:microsoft.com/office/officeart/2018/2/layout/IconCircleList"/>
    <dgm:cxn modelId="{4B80277B-375A-4F1B-8E45-7EEAF0FD8E5A}" type="presOf" srcId="{2DC10C48-FD66-4782-96CA-71C8A4203A4C}" destId="{D8CFCE95-6B81-477E-9D68-8275F7DC0DCB}" srcOrd="0" destOrd="0" presId="urn:microsoft.com/office/officeart/2018/2/layout/IconCircleList"/>
    <dgm:cxn modelId="{5CA30695-E1F6-4AA5-B64A-DF0ECC0F39F7}" type="presOf" srcId="{BCF48F27-2A00-4F3E-8EA5-B104C0CD5ED0}" destId="{E53F4F0E-E5AC-471E-88E4-90C9D3894024}" srcOrd="0" destOrd="0" presId="urn:microsoft.com/office/officeart/2018/2/layout/IconCircleList"/>
    <dgm:cxn modelId="{8AC610A1-7A90-4076-8F7D-B2C04EBC3543}" srcId="{BA3C9C29-F48D-415B-87CC-544D0F6AFD48}" destId="{41F13EE0-2E30-4FA3-AE21-EE5FF3B357C4}" srcOrd="5" destOrd="0" parTransId="{8930082F-F8D5-4932-9641-6AC2C1FCDB95}" sibTransId="{389D725A-6C27-4F70-A848-7298C06083D7}"/>
    <dgm:cxn modelId="{F69362A6-5621-4EB4-80C6-B4F421A33BD2}" type="presOf" srcId="{165A9952-88B3-4B4D-B7D5-4EC750597BB8}" destId="{7ED0B67B-39F4-4572-8381-1EB41A3C277A}" srcOrd="0" destOrd="0" presId="urn:microsoft.com/office/officeart/2018/2/layout/IconCircleList"/>
    <dgm:cxn modelId="{AE0971B1-08CB-45F9-8A47-177A6B6645B2}" type="presOf" srcId="{37B15FD0-8DA9-4044-9148-57CF16B22EA3}" destId="{7A431049-B11B-4AA2-B0AB-713AD14F9A6D}" srcOrd="0" destOrd="0" presId="urn:microsoft.com/office/officeart/2018/2/layout/IconCircleList"/>
    <dgm:cxn modelId="{6DB77FB5-C047-448E-BBA7-8B2FE21315C5}" type="presOf" srcId="{BE270DEE-05F8-41DD-91D2-5D0B88FE296F}" destId="{B250FBC6-66E5-4524-BAFF-B59E871A6DEC}" srcOrd="0" destOrd="0" presId="urn:microsoft.com/office/officeart/2018/2/layout/IconCircleList"/>
    <dgm:cxn modelId="{E99E24BB-805B-4E88-B42F-600305220D96}" type="presOf" srcId="{D50C113B-838D-4C5E-8A10-4DBB43A92317}" destId="{C253E0CA-76B4-418D-A602-D852C085194D}" srcOrd="0" destOrd="0" presId="urn:microsoft.com/office/officeart/2018/2/layout/IconCircleList"/>
    <dgm:cxn modelId="{FB53B8E9-6BFD-4720-A76E-1D19E32D79FD}" type="presOf" srcId="{FE1C4EE8-56BD-4A26-B237-1355748993A9}" destId="{41CF8717-EE91-419D-8E07-75E1604190CE}" srcOrd="0" destOrd="0" presId="urn:microsoft.com/office/officeart/2018/2/layout/IconCircleList"/>
    <dgm:cxn modelId="{9854DCFC-611A-4C08-B299-FC5774E25D87}" srcId="{BA3C9C29-F48D-415B-87CC-544D0F6AFD48}" destId="{77AB7C01-9066-4B15-A22E-F8423D12B923}" srcOrd="2" destOrd="0" parTransId="{B3636479-DEE6-4456-A33B-D31E89094D66}" sibTransId="{D50C113B-838D-4C5E-8A10-4DBB43A92317}"/>
    <dgm:cxn modelId="{6B675366-1001-4D0A-9CFB-5C8EE2DB027A}" type="presParOf" srcId="{0A0D29E1-C0F9-420D-BB72-959503873239}" destId="{9E80B4FE-9A68-4F4A-8370-30A4D9AA5713}" srcOrd="0" destOrd="0" presId="urn:microsoft.com/office/officeart/2018/2/layout/IconCircleList"/>
    <dgm:cxn modelId="{B6B36876-05D7-4ADB-B56F-D8F4D7E7BA6F}" type="presParOf" srcId="{9E80B4FE-9A68-4F4A-8370-30A4D9AA5713}" destId="{035EBFE0-C878-4649-A30A-B5A015ECE017}" srcOrd="0" destOrd="0" presId="urn:microsoft.com/office/officeart/2018/2/layout/IconCircleList"/>
    <dgm:cxn modelId="{7849EB7A-0BFB-4BE1-BAAC-3ED5A48DD9FE}" type="presParOf" srcId="{035EBFE0-C878-4649-A30A-B5A015ECE017}" destId="{6203505C-F2B3-49D3-A55B-86757FCBBC58}" srcOrd="0" destOrd="0" presId="urn:microsoft.com/office/officeart/2018/2/layout/IconCircleList"/>
    <dgm:cxn modelId="{D2B98690-6EF1-4197-A08D-2B42476D6E8B}" type="presParOf" srcId="{035EBFE0-C878-4649-A30A-B5A015ECE017}" destId="{91DF19E3-EF8C-46C1-A103-432AD98CA504}" srcOrd="1" destOrd="0" presId="urn:microsoft.com/office/officeart/2018/2/layout/IconCircleList"/>
    <dgm:cxn modelId="{249C5D78-F4A2-481B-B1FA-D537E69042AE}" type="presParOf" srcId="{035EBFE0-C878-4649-A30A-B5A015ECE017}" destId="{51170F9E-C342-48AA-98AF-AC4C044F945A}" srcOrd="2" destOrd="0" presId="urn:microsoft.com/office/officeart/2018/2/layout/IconCircleList"/>
    <dgm:cxn modelId="{205002D0-418C-450A-B9D4-FB21455184EE}" type="presParOf" srcId="{035EBFE0-C878-4649-A30A-B5A015ECE017}" destId="{B250FBC6-66E5-4524-BAFF-B59E871A6DEC}" srcOrd="3" destOrd="0" presId="urn:microsoft.com/office/officeart/2018/2/layout/IconCircleList"/>
    <dgm:cxn modelId="{0F77294E-6078-4A00-B0FC-82FF2E1CDD7C}" type="presParOf" srcId="{9E80B4FE-9A68-4F4A-8370-30A4D9AA5713}" destId="{7A431049-B11B-4AA2-B0AB-713AD14F9A6D}" srcOrd="1" destOrd="0" presId="urn:microsoft.com/office/officeart/2018/2/layout/IconCircleList"/>
    <dgm:cxn modelId="{7AB9EA6C-C6B7-41A8-921F-6607DC5E2A7A}" type="presParOf" srcId="{9E80B4FE-9A68-4F4A-8370-30A4D9AA5713}" destId="{B59360F5-F79B-4A83-81A5-9AEA2AF528AB}" srcOrd="2" destOrd="0" presId="urn:microsoft.com/office/officeart/2018/2/layout/IconCircleList"/>
    <dgm:cxn modelId="{8D588A64-0ACB-465B-BAC9-9F0D019D35D2}" type="presParOf" srcId="{B59360F5-F79B-4A83-81A5-9AEA2AF528AB}" destId="{5B0D6440-436D-4DE4-8C08-19664B5D657B}" srcOrd="0" destOrd="0" presId="urn:microsoft.com/office/officeart/2018/2/layout/IconCircleList"/>
    <dgm:cxn modelId="{6D7E4D97-1DDB-4B42-B503-CF72CC09264B}" type="presParOf" srcId="{B59360F5-F79B-4A83-81A5-9AEA2AF528AB}" destId="{76280F06-8A34-4551-9C31-40FF1ECC6701}" srcOrd="1" destOrd="0" presId="urn:microsoft.com/office/officeart/2018/2/layout/IconCircleList"/>
    <dgm:cxn modelId="{AB2565F0-FEF5-48F3-84BD-801AE8025E7C}" type="presParOf" srcId="{B59360F5-F79B-4A83-81A5-9AEA2AF528AB}" destId="{954BA09C-AEBB-43BE-BAC8-412B16BBA684}" srcOrd="2" destOrd="0" presId="urn:microsoft.com/office/officeart/2018/2/layout/IconCircleList"/>
    <dgm:cxn modelId="{E5B48D62-C3F1-4F2C-BEB3-53CDB767D45A}" type="presParOf" srcId="{B59360F5-F79B-4A83-81A5-9AEA2AF528AB}" destId="{41CF8717-EE91-419D-8E07-75E1604190CE}" srcOrd="3" destOrd="0" presId="urn:microsoft.com/office/officeart/2018/2/layout/IconCircleList"/>
    <dgm:cxn modelId="{D03202AB-3FB9-41F7-AA25-6AAA7A2EEABE}" type="presParOf" srcId="{9E80B4FE-9A68-4F4A-8370-30A4D9AA5713}" destId="{7ED0B67B-39F4-4572-8381-1EB41A3C277A}" srcOrd="3" destOrd="0" presId="urn:microsoft.com/office/officeart/2018/2/layout/IconCircleList"/>
    <dgm:cxn modelId="{A0CD5E3D-6757-448F-91C2-B8926F900A66}" type="presParOf" srcId="{9E80B4FE-9A68-4F4A-8370-30A4D9AA5713}" destId="{04905670-5BF3-4537-8BEB-8BCEF26B4F79}" srcOrd="4" destOrd="0" presId="urn:microsoft.com/office/officeart/2018/2/layout/IconCircleList"/>
    <dgm:cxn modelId="{AFAA0414-E8EC-4B14-9D82-8A3A559AF806}" type="presParOf" srcId="{04905670-5BF3-4537-8BEB-8BCEF26B4F79}" destId="{D896C071-7DF4-47CE-8ABE-C3E3313BCBA3}" srcOrd="0" destOrd="0" presId="urn:microsoft.com/office/officeart/2018/2/layout/IconCircleList"/>
    <dgm:cxn modelId="{8BF65DB6-CC0E-41AA-844E-80A2640F686A}" type="presParOf" srcId="{04905670-5BF3-4537-8BEB-8BCEF26B4F79}" destId="{991A38A3-2E3D-49EA-A180-1CFB044ABB52}" srcOrd="1" destOrd="0" presId="urn:microsoft.com/office/officeart/2018/2/layout/IconCircleList"/>
    <dgm:cxn modelId="{4EFCD823-1199-467C-BC6E-73BACD5BA7C7}" type="presParOf" srcId="{04905670-5BF3-4537-8BEB-8BCEF26B4F79}" destId="{E7691C82-3E0D-42E6-B465-3B0CD7B12597}" srcOrd="2" destOrd="0" presId="urn:microsoft.com/office/officeart/2018/2/layout/IconCircleList"/>
    <dgm:cxn modelId="{D73F04C9-3D94-44B8-9395-6052C0EDC2D9}" type="presParOf" srcId="{04905670-5BF3-4537-8BEB-8BCEF26B4F79}" destId="{FEBDFA76-A504-455A-A276-835F66150D32}" srcOrd="3" destOrd="0" presId="urn:microsoft.com/office/officeart/2018/2/layout/IconCircleList"/>
    <dgm:cxn modelId="{92E1B011-0A2B-4CD9-8EAE-58BD1435B031}" type="presParOf" srcId="{9E80B4FE-9A68-4F4A-8370-30A4D9AA5713}" destId="{C253E0CA-76B4-418D-A602-D852C085194D}" srcOrd="5" destOrd="0" presId="urn:microsoft.com/office/officeart/2018/2/layout/IconCircleList"/>
    <dgm:cxn modelId="{BD0C7C37-628A-432F-8579-F50A0BEE9473}" type="presParOf" srcId="{9E80B4FE-9A68-4F4A-8370-30A4D9AA5713}" destId="{2FE5BB87-D135-444A-BC2A-472EAEB4352C}" srcOrd="6" destOrd="0" presId="urn:microsoft.com/office/officeart/2018/2/layout/IconCircleList"/>
    <dgm:cxn modelId="{5E7264B6-06D4-41B2-AD05-A01F0C8ED7D7}" type="presParOf" srcId="{2FE5BB87-D135-444A-BC2A-472EAEB4352C}" destId="{97593846-4884-4E4F-A2E7-EFAC62382552}" srcOrd="0" destOrd="0" presId="urn:microsoft.com/office/officeart/2018/2/layout/IconCircleList"/>
    <dgm:cxn modelId="{5951EB04-9088-4700-BA5A-17BCC2E66E1D}" type="presParOf" srcId="{2FE5BB87-D135-444A-BC2A-472EAEB4352C}" destId="{10BCD1F5-B190-4376-895F-7D1EE666972A}" srcOrd="1" destOrd="0" presId="urn:microsoft.com/office/officeart/2018/2/layout/IconCircleList"/>
    <dgm:cxn modelId="{9007CCB4-A4EF-4D5E-93BE-A64848732F98}" type="presParOf" srcId="{2FE5BB87-D135-444A-BC2A-472EAEB4352C}" destId="{BDAA53EF-50C9-4246-BCF7-A85AB9EDEEE7}" srcOrd="2" destOrd="0" presId="urn:microsoft.com/office/officeart/2018/2/layout/IconCircleList"/>
    <dgm:cxn modelId="{87CA7B7E-1160-48C7-A9D2-C318839BE3CC}" type="presParOf" srcId="{2FE5BB87-D135-444A-BC2A-472EAEB4352C}" destId="{AC13A7B2-6FD7-496D-BADA-87DEF912B2EF}" srcOrd="3" destOrd="0" presId="urn:microsoft.com/office/officeart/2018/2/layout/IconCircleList"/>
    <dgm:cxn modelId="{DEF7D6B4-286B-4FFD-B5EF-DB022ABC1FA2}" type="presParOf" srcId="{9E80B4FE-9A68-4F4A-8370-30A4D9AA5713}" destId="{E53F4F0E-E5AC-471E-88E4-90C9D3894024}" srcOrd="7" destOrd="0" presId="urn:microsoft.com/office/officeart/2018/2/layout/IconCircleList"/>
    <dgm:cxn modelId="{9EDE141D-18F0-42D6-8E09-2A24F105089F}" type="presParOf" srcId="{9E80B4FE-9A68-4F4A-8370-30A4D9AA5713}" destId="{81ACF532-5AE3-413D-94A7-70A8D61BA36D}" srcOrd="8" destOrd="0" presId="urn:microsoft.com/office/officeart/2018/2/layout/IconCircleList"/>
    <dgm:cxn modelId="{EFA79DE9-9869-4C03-BEA4-2B7AFBE30020}" type="presParOf" srcId="{81ACF532-5AE3-413D-94A7-70A8D61BA36D}" destId="{40F3F5F0-3F45-457B-BD06-78B8A5F9D436}" srcOrd="0" destOrd="0" presId="urn:microsoft.com/office/officeart/2018/2/layout/IconCircleList"/>
    <dgm:cxn modelId="{18FC3365-6914-40AD-B1EA-A81EB8FD43E9}" type="presParOf" srcId="{81ACF532-5AE3-413D-94A7-70A8D61BA36D}" destId="{13E038E3-894F-4221-AD79-2F87CC0766CA}" srcOrd="1" destOrd="0" presId="urn:microsoft.com/office/officeart/2018/2/layout/IconCircleList"/>
    <dgm:cxn modelId="{3077FA00-EE42-4C86-A3B0-6C600C22D21B}" type="presParOf" srcId="{81ACF532-5AE3-413D-94A7-70A8D61BA36D}" destId="{796A8B6A-B091-4587-A33C-713AF50B690F}" srcOrd="2" destOrd="0" presId="urn:microsoft.com/office/officeart/2018/2/layout/IconCircleList"/>
    <dgm:cxn modelId="{98B463B4-02C7-4864-8710-0573B1F3B091}" type="presParOf" srcId="{81ACF532-5AE3-413D-94A7-70A8D61BA36D}" destId="{7A2EAC7C-BA8B-4556-A33B-15AD470D1C7E}" srcOrd="3" destOrd="0" presId="urn:microsoft.com/office/officeart/2018/2/layout/IconCircleList"/>
    <dgm:cxn modelId="{68A75997-0B99-45EC-8314-A1E24ED6659F}" type="presParOf" srcId="{9E80B4FE-9A68-4F4A-8370-30A4D9AA5713}" destId="{D8CFCE95-6B81-477E-9D68-8275F7DC0DCB}" srcOrd="9" destOrd="0" presId="urn:microsoft.com/office/officeart/2018/2/layout/IconCircleList"/>
    <dgm:cxn modelId="{B09D314D-695C-43AC-AB00-122BF5A37A99}" type="presParOf" srcId="{9E80B4FE-9A68-4F4A-8370-30A4D9AA5713}" destId="{8B038FBE-D833-41E0-B3E1-8FBCAB829763}" srcOrd="10" destOrd="0" presId="urn:microsoft.com/office/officeart/2018/2/layout/IconCircleList"/>
    <dgm:cxn modelId="{CADB887B-4056-4970-8FAC-E16ACDAE173A}" type="presParOf" srcId="{8B038FBE-D833-41E0-B3E1-8FBCAB829763}" destId="{5A19345F-AC0C-4EDD-95DF-A2FFC97EF174}" srcOrd="0" destOrd="0" presId="urn:microsoft.com/office/officeart/2018/2/layout/IconCircleList"/>
    <dgm:cxn modelId="{C1FCFE95-055E-452A-A335-F6CC29C1A396}" type="presParOf" srcId="{8B038FBE-D833-41E0-B3E1-8FBCAB829763}" destId="{B4A6816C-3A51-4F3D-871E-B7C66B1EBA07}" srcOrd="1" destOrd="0" presId="urn:microsoft.com/office/officeart/2018/2/layout/IconCircleList"/>
    <dgm:cxn modelId="{051ACC09-877B-4B51-9BAC-01DB6D96024A}" type="presParOf" srcId="{8B038FBE-D833-41E0-B3E1-8FBCAB829763}" destId="{3BC76A6E-4F97-423A-9CF0-B812A44736B6}" srcOrd="2" destOrd="0" presId="urn:microsoft.com/office/officeart/2018/2/layout/IconCircleList"/>
    <dgm:cxn modelId="{0FB56BFD-2A84-4643-BB1D-792DBE436E77}" type="presParOf" srcId="{8B038FBE-D833-41E0-B3E1-8FBCAB829763}" destId="{1B7BE17E-D1C7-447C-8598-CD80FF5934E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1A546C-4CE0-4E18-90BB-AA6E478FA808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9ECC8FE-9C71-4588-8589-C71BDDC2ED38}">
      <dgm:prSet/>
      <dgm:spPr/>
      <dgm:t>
        <a:bodyPr/>
        <a:lstStyle/>
        <a:p>
          <a:r>
            <a:rPr lang="en-GB"/>
            <a:t>Roche </a:t>
          </a:r>
          <a:endParaRPr lang="en-US"/>
        </a:p>
      </dgm:t>
    </dgm:pt>
    <dgm:pt modelId="{A235A590-6C77-447F-9DF4-564D1F972658}" type="parTrans" cxnId="{F992E095-8A86-4B1B-B9EC-B268E4F5164F}">
      <dgm:prSet/>
      <dgm:spPr/>
      <dgm:t>
        <a:bodyPr/>
        <a:lstStyle/>
        <a:p>
          <a:endParaRPr lang="en-US"/>
        </a:p>
      </dgm:t>
    </dgm:pt>
    <dgm:pt modelId="{C3DE0D1C-CFE8-4CEA-8AA2-8052FBB5AB10}" type="sibTrans" cxnId="{F992E095-8A86-4B1B-B9EC-B268E4F5164F}">
      <dgm:prSet/>
      <dgm:spPr/>
      <dgm:t>
        <a:bodyPr/>
        <a:lstStyle/>
        <a:p>
          <a:endParaRPr lang="en-US"/>
        </a:p>
      </dgm:t>
    </dgm:pt>
    <dgm:pt modelId="{36CA97D5-701B-4394-9720-F2575FEB3631}">
      <dgm:prSet/>
      <dgm:spPr/>
      <dgm:t>
        <a:bodyPr/>
        <a:lstStyle/>
        <a:p>
          <a:r>
            <a:rPr lang="en-GB"/>
            <a:t>Abbott </a:t>
          </a:r>
          <a:endParaRPr lang="en-US"/>
        </a:p>
      </dgm:t>
    </dgm:pt>
    <dgm:pt modelId="{8962CFE6-921D-4F29-B603-3F21A8D60AEF}" type="parTrans" cxnId="{81C4A4BC-4702-4E29-B818-D1F9B59D7260}">
      <dgm:prSet/>
      <dgm:spPr/>
      <dgm:t>
        <a:bodyPr/>
        <a:lstStyle/>
        <a:p>
          <a:endParaRPr lang="en-US"/>
        </a:p>
      </dgm:t>
    </dgm:pt>
    <dgm:pt modelId="{9DC394C3-C174-4098-BC4A-AE09B018008C}" type="sibTrans" cxnId="{81C4A4BC-4702-4E29-B818-D1F9B59D7260}">
      <dgm:prSet/>
      <dgm:spPr/>
      <dgm:t>
        <a:bodyPr/>
        <a:lstStyle/>
        <a:p>
          <a:endParaRPr lang="en-US"/>
        </a:p>
      </dgm:t>
    </dgm:pt>
    <dgm:pt modelId="{780FC2B4-5255-4A1B-B43C-E9FD7E372D90}">
      <dgm:prSet/>
      <dgm:spPr/>
      <dgm:t>
        <a:bodyPr/>
        <a:lstStyle/>
        <a:p>
          <a:r>
            <a:rPr lang="en-GB"/>
            <a:t>LifeScan </a:t>
          </a:r>
          <a:endParaRPr lang="en-US"/>
        </a:p>
      </dgm:t>
    </dgm:pt>
    <dgm:pt modelId="{F6C068E5-E12B-4C9D-953F-8FA78B047BEF}" type="parTrans" cxnId="{13D52A1A-5B7C-4D94-9D7C-A26578537896}">
      <dgm:prSet/>
      <dgm:spPr/>
      <dgm:t>
        <a:bodyPr/>
        <a:lstStyle/>
        <a:p>
          <a:endParaRPr lang="en-US"/>
        </a:p>
      </dgm:t>
    </dgm:pt>
    <dgm:pt modelId="{DCC10713-356F-4ACC-9C68-6388414BA69E}" type="sibTrans" cxnId="{13D52A1A-5B7C-4D94-9D7C-A26578537896}">
      <dgm:prSet/>
      <dgm:spPr/>
      <dgm:t>
        <a:bodyPr/>
        <a:lstStyle/>
        <a:p>
          <a:endParaRPr lang="en-US"/>
        </a:p>
      </dgm:t>
    </dgm:pt>
    <dgm:pt modelId="{403A8AB2-C6DC-47FE-83AF-7FAAB70988AF}">
      <dgm:prSet/>
      <dgm:spPr/>
      <dgm:t>
        <a:bodyPr/>
        <a:lstStyle/>
        <a:p>
          <a:r>
            <a:rPr lang="en-GB" dirty="0"/>
            <a:t>Ascensia Diabetes Care </a:t>
          </a:r>
          <a:endParaRPr lang="en-US" dirty="0"/>
        </a:p>
      </dgm:t>
    </dgm:pt>
    <dgm:pt modelId="{3BB6C1EC-7F2D-453E-A9B6-8680EC6BE156}" type="parTrans" cxnId="{0A035DBB-5931-4BED-AB2D-39AA5222C00F}">
      <dgm:prSet/>
      <dgm:spPr/>
      <dgm:t>
        <a:bodyPr/>
        <a:lstStyle/>
        <a:p>
          <a:endParaRPr lang="en-US"/>
        </a:p>
      </dgm:t>
    </dgm:pt>
    <dgm:pt modelId="{31D1E043-5A47-4F18-9282-A3B4E664812B}" type="sibTrans" cxnId="{0A035DBB-5931-4BED-AB2D-39AA5222C00F}">
      <dgm:prSet/>
      <dgm:spPr/>
      <dgm:t>
        <a:bodyPr/>
        <a:lstStyle/>
        <a:p>
          <a:endParaRPr lang="en-US"/>
        </a:p>
      </dgm:t>
    </dgm:pt>
    <dgm:pt modelId="{96A6DEDF-4A4E-4550-9968-A55B3393A9FD}">
      <dgm:prSet/>
      <dgm:spPr/>
      <dgm:t>
        <a:bodyPr/>
        <a:lstStyle/>
        <a:p>
          <a:r>
            <a:rPr lang="en-GB"/>
            <a:t>A. Menarini </a:t>
          </a:r>
          <a:endParaRPr lang="en-US"/>
        </a:p>
      </dgm:t>
    </dgm:pt>
    <dgm:pt modelId="{F1F302BB-2F7E-4202-A320-3B7EF2FF3CA6}" type="parTrans" cxnId="{01C7295F-CF6C-4C03-BC9E-16AD96B4733B}">
      <dgm:prSet/>
      <dgm:spPr/>
      <dgm:t>
        <a:bodyPr/>
        <a:lstStyle/>
        <a:p>
          <a:endParaRPr lang="en-US"/>
        </a:p>
      </dgm:t>
    </dgm:pt>
    <dgm:pt modelId="{F459F169-747D-46BA-926C-04785CA10C73}" type="sibTrans" cxnId="{01C7295F-CF6C-4C03-BC9E-16AD96B4733B}">
      <dgm:prSet/>
      <dgm:spPr/>
      <dgm:t>
        <a:bodyPr/>
        <a:lstStyle/>
        <a:p>
          <a:endParaRPr lang="en-US"/>
        </a:p>
      </dgm:t>
    </dgm:pt>
    <dgm:pt modelId="{6A6B5047-B40E-462A-B5C2-169C88341D7C}">
      <dgm:prSet/>
      <dgm:spPr/>
      <dgm:t>
        <a:bodyPr/>
        <a:lstStyle/>
        <a:p>
          <a:r>
            <a:rPr lang="en-GB"/>
            <a:t>Siemens Healthineers </a:t>
          </a:r>
          <a:endParaRPr lang="en-US"/>
        </a:p>
      </dgm:t>
    </dgm:pt>
    <dgm:pt modelId="{B967642A-078B-4481-AB54-4B7B09012631}" type="parTrans" cxnId="{A3A0669E-B4D4-438A-B68C-8E8E33BA00C5}">
      <dgm:prSet/>
      <dgm:spPr/>
      <dgm:t>
        <a:bodyPr/>
        <a:lstStyle/>
        <a:p>
          <a:endParaRPr lang="en-US"/>
        </a:p>
      </dgm:t>
    </dgm:pt>
    <dgm:pt modelId="{60E91640-EBD0-4A82-A405-993ADE96F3BF}" type="sibTrans" cxnId="{A3A0669E-B4D4-438A-B68C-8E8E33BA00C5}">
      <dgm:prSet/>
      <dgm:spPr/>
      <dgm:t>
        <a:bodyPr/>
        <a:lstStyle/>
        <a:p>
          <a:endParaRPr lang="en-US"/>
        </a:p>
      </dgm:t>
    </dgm:pt>
    <dgm:pt modelId="{29643BF2-79AE-4BC8-9C2B-638CADDB3B17}">
      <dgm:prSet/>
      <dgm:spPr/>
      <dgm:t>
        <a:bodyPr/>
        <a:lstStyle/>
        <a:p>
          <a:r>
            <a:rPr lang="en-GB"/>
            <a:t>LifeScan </a:t>
          </a:r>
          <a:endParaRPr lang="en-US"/>
        </a:p>
      </dgm:t>
    </dgm:pt>
    <dgm:pt modelId="{EB2853F3-FB9D-45C0-B1FC-1559832E4DE0}" type="parTrans" cxnId="{1F2F37D2-9F7A-48FC-91BB-7FFCC3F6A90A}">
      <dgm:prSet/>
      <dgm:spPr/>
      <dgm:t>
        <a:bodyPr/>
        <a:lstStyle/>
        <a:p>
          <a:endParaRPr lang="en-US"/>
        </a:p>
      </dgm:t>
    </dgm:pt>
    <dgm:pt modelId="{46304F06-9120-4ACD-85E1-EDDE5F4B5DB3}" type="sibTrans" cxnId="{1F2F37D2-9F7A-48FC-91BB-7FFCC3F6A90A}">
      <dgm:prSet/>
      <dgm:spPr/>
      <dgm:t>
        <a:bodyPr/>
        <a:lstStyle/>
        <a:p>
          <a:endParaRPr lang="en-US"/>
        </a:p>
      </dgm:t>
    </dgm:pt>
    <dgm:pt modelId="{41FD39CA-F517-47D8-AF90-E0B7F3C5D9F1}">
      <dgm:prSet/>
      <dgm:spPr/>
      <dgm:t>
        <a:bodyPr/>
        <a:lstStyle/>
        <a:p>
          <a:r>
            <a:rPr lang="en-GB"/>
            <a:t>BD </a:t>
          </a:r>
          <a:endParaRPr lang="en-US"/>
        </a:p>
      </dgm:t>
    </dgm:pt>
    <dgm:pt modelId="{AB7F1764-2F6C-440A-B7D0-7BA6A0A4A51B}" type="parTrans" cxnId="{8266775D-5EC1-4139-8817-FE2B5D2E4419}">
      <dgm:prSet/>
      <dgm:spPr/>
      <dgm:t>
        <a:bodyPr/>
        <a:lstStyle/>
        <a:p>
          <a:endParaRPr lang="en-US"/>
        </a:p>
      </dgm:t>
    </dgm:pt>
    <dgm:pt modelId="{F807DB1C-2201-4C1D-80D3-5EF9AFA337C9}" type="sibTrans" cxnId="{8266775D-5EC1-4139-8817-FE2B5D2E4419}">
      <dgm:prSet/>
      <dgm:spPr/>
      <dgm:t>
        <a:bodyPr/>
        <a:lstStyle/>
        <a:p>
          <a:endParaRPr lang="en-US"/>
        </a:p>
      </dgm:t>
    </dgm:pt>
    <dgm:pt modelId="{71D9D66D-29D1-4E45-AEFD-3D247F4DF27E}">
      <dgm:prSet/>
      <dgm:spPr/>
      <dgm:t>
        <a:bodyPr/>
        <a:lstStyle/>
        <a:p>
          <a:r>
            <a:rPr lang="en-GB"/>
            <a:t>Ypsomed </a:t>
          </a:r>
          <a:endParaRPr lang="en-US"/>
        </a:p>
      </dgm:t>
    </dgm:pt>
    <dgm:pt modelId="{9C09668B-89AC-4A31-9DE7-C66B97AD4546}" type="parTrans" cxnId="{A9E8BA89-B0DB-417B-B0C6-CF59241EB38F}">
      <dgm:prSet/>
      <dgm:spPr/>
      <dgm:t>
        <a:bodyPr/>
        <a:lstStyle/>
        <a:p>
          <a:endParaRPr lang="en-US"/>
        </a:p>
      </dgm:t>
    </dgm:pt>
    <dgm:pt modelId="{23A9C455-DAF7-4B73-849B-F167E22D99B3}" type="sibTrans" cxnId="{A9E8BA89-B0DB-417B-B0C6-CF59241EB38F}">
      <dgm:prSet/>
      <dgm:spPr/>
      <dgm:t>
        <a:bodyPr/>
        <a:lstStyle/>
        <a:p>
          <a:endParaRPr lang="en-US"/>
        </a:p>
      </dgm:t>
    </dgm:pt>
    <dgm:pt modelId="{08F16E36-64CB-4BFB-A7D8-A6E972B2EF41}">
      <dgm:prSet/>
      <dgm:spPr/>
      <dgm:t>
        <a:bodyPr/>
        <a:lstStyle/>
        <a:p>
          <a:r>
            <a:rPr lang="en-GB"/>
            <a:t>Pic Solution </a:t>
          </a:r>
          <a:endParaRPr lang="en-US"/>
        </a:p>
      </dgm:t>
    </dgm:pt>
    <dgm:pt modelId="{AFA28D9E-4238-4E63-A2E2-3FC9FC8394E8}" type="parTrans" cxnId="{0454E07A-64C5-4537-BBA3-421DB5CDC135}">
      <dgm:prSet/>
      <dgm:spPr/>
      <dgm:t>
        <a:bodyPr/>
        <a:lstStyle/>
        <a:p>
          <a:endParaRPr lang="en-US"/>
        </a:p>
      </dgm:t>
    </dgm:pt>
    <dgm:pt modelId="{9A6BBB6E-E9A8-4DC0-9079-C182761C62AD}" type="sibTrans" cxnId="{0454E07A-64C5-4537-BBA3-421DB5CDC135}">
      <dgm:prSet/>
      <dgm:spPr/>
      <dgm:t>
        <a:bodyPr/>
        <a:lstStyle/>
        <a:p>
          <a:endParaRPr lang="en-US"/>
        </a:p>
      </dgm:t>
    </dgm:pt>
    <dgm:pt modelId="{2DFEF2B0-7AE7-407B-824D-E0A1A5AB8FC2}">
      <dgm:prSet/>
      <dgm:spPr/>
      <dgm:t>
        <a:bodyPr/>
        <a:lstStyle/>
        <a:p>
          <a:r>
            <a:rPr lang="en-GB"/>
            <a:t>Novo Nordisk </a:t>
          </a:r>
          <a:endParaRPr lang="en-US"/>
        </a:p>
      </dgm:t>
    </dgm:pt>
    <dgm:pt modelId="{AD1EDF7D-977B-4A7B-BA9B-53BA185AEC66}" type="parTrans" cxnId="{2FFE39EE-3ED9-4F57-A3A0-6057F63AE365}">
      <dgm:prSet/>
      <dgm:spPr/>
      <dgm:t>
        <a:bodyPr/>
        <a:lstStyle/>
        <a:p>
          <a:endParaRPr lang="en-US"/>
        </a:p>
      </dgm:t>
    </dgm:pt>
    <dgm:pt modelId="{5281F224-CE59-4102-A2A9-815DBD756A85}" type="sibTrans" cxnId="{2FFE39EE-3ED9-4F57-A3A0-6057F63AE365}">
      <dgm:prSet/>
      <dgm:spPr/>
      <dgm:t>
        <a:bodyPr/>
        <a:lstStyle/>
        <a:p>
          <a:endParaRPr lang="en-US"/>
        </a:p>
      </dgm:t>
    </dgm:pt>
    <dgm:pt modelId="{4A70DE0C-5BF8-4BB1-BA28-01EF70D89F3E}" type="pres">
      <dgm:prSet presAssocID="{B81A546C-4CE0-4E18-90BB-AA6E478FA808}" presName="diagram" presStyleCnt="0">
        <dgm:presLayoutVars>
          <dgm:dir/>
          <dgm:resizeHandles val="exact"/>
        </dgm:presLayoutVars>
      </dgm:prSet>
      <dgm:spPr/>
    </dgm:pt>
    <dgm:pt modelId="{778F3395-5E87-4DC9-B320-EEB9382670AA}" type="pres">
      <dgm:prSet presAssocID="{F9ECC8FE-9C71-4588-8589-C71BDDC2ED38}" presName="node" presStyleLbl="node1" presStyleIdx="0" presStyleCnt="11">
        <dgm:presLayoutVars>
          <dgm:bulletEnabled val="1"/>
        </dgm:presLayoutVars>
      </dgm:prSet>
      <dgm:spPr/>
    </dgm:pt>
    <dgm:pt modelId="{BDE0715F-2D63-4F29-B7CF-3FED8D49EA02}" type="pres">
      <dgm:prSet presAssocID="{C3DE0D1C-CFE8-4CEA-8AA2-8052FBB5AB10}" presName="sibTrans" presStyleCnt="0"/>
      <dgm:spPr/>
    </dgm:pt>
    <dgm:pt modelId="{44441F0B-E4E4-4FD7-BCFF-2A661A5ED277}" type="pres">
      <dgm:prSet presAssocID="{36CA97D5-701B-4394-9720-F2575FEB3631}" presName="node" presStyleLbl="node1" presStyleIdx="1" presStyleCnt="11">
        <dgm:presLayoutVars>
          <dgm:bulletEnabled val="1"/>
        </dgm:presLayoutVars>
      </dgm:prSet>
      <dgm:spPr/>
    </dgm:pt>
    <dgm:pt modelId="{1933C7B1-68F2-4654-B7E4-60893DAC556F}" type="pres">
      <dgm:prSet presAssocID="{9DC394C3-C174-4098-BC4A-AE09B018008C}" presName="sibTrans" presStyleCnt="0"/>
      <dgm:spPr/>
    </dgm:pt>
    <dgm:pt modelId="{3D4D175C-FB8E-4A02-AC0C-94EB78A3DBEA}" type="pres">
      <dgm:prSet presAssocID="{780FC2B4-5255-4A1B-B43C-E9FD7E372D90}" presName="node" presStyleLbl="node1" presStyleIdx="2" presStyleCnt="11">
        <dgm:presLayoutVars>
          <dgm:bulletEnabled val="1"/>
        </dgm:presLayoutVars>
      </dgm:prSet>
      <dgm:spPr/>
    </dgm:pt>
    <dgm:pt modelId="{0DB6DBC4-AB7F-45D3-A1AB-D32734786552}" type="pres">
      <dgm:prSet presAssocID="{DCC10713-356F-4ACC-9C68-6388414BA69E}" presName="sibTrans" presStyleCnt="0"/>
      <dgm:spPr/>
    </dgm:pt>
    <dgm:pt modelId="{9E156411-B9E5-440C-8704-F3C5CD3D2FBA}" type="pres">
      <dgm:prSet presAssocID="{403A8AB2-C6DC-47FE-83AF-7FAAB70988AF}" presName="node" presStyleLbl="node1" presStyleIdx="3" presStyleCnt="11">
        <dgm:presLayoutVars>
          <dgm:bulletEnabled val="1"/>
        </dgm:presLayoutVars>
      </dgm:prSet>
      <dgm:spPr/>
    </dgm:pt>
    <dgm:pt modelId="{5211ECF0-E370-4FE9-B63B-577EFC7668B1}" type="pres">
      <dgm:prSet presAssocID="{31D1E043-5A47-4F18-9282-A3B4E664812B}" presName="sibTrans" presStyleCnt="0"/>
      <dgm:spPr/>
    </dgm:pt>
    <dgm:pt modelId="{8DBC8C87-9B7E-4B2B-8E98-8EC832228513}" type="pres">
      <dgm:prSet presAssocID="{96A6DEDF-4A4E-4550-9968-A55B3393A9FD}" presName="node" presStyleLbl="node1" presStyleIdx="4" presStyleCnt="11">
        <dgm:presLayoutVars>
          <dgm:bulletEnabled val="1"/>
        </dgm:presLayoutVars>
      </dgm:prSet>
      <dgm:spPr/>
    </dgm:pt>
    <dgm:pt modelId="{A8A73D1B-8B46-474E-9E60-24C02A5E6C4F}" type="pres">
      <dgm:prSet presAssocID="{F459F169-747D-46BA-926C-04785CA10C73}" presName="sibTrans" presStyleCnt="0"/>
      <dgm:spPr/>
    </dgm:pt>
    <dgm:pt modelId="{BA40DE76-82BF-4999-B7FA-4D759F94EFAA}" type="pres">
      <dgm:prSet presAssocID="{6A6B5047-B40E-462A-B5C2-169C88341D7C}" presName="node" presStyleLbl="node1" presStyleIdx="5" presStyleCnt="11">
        <dgm:presLayoutVars>
          <dgm:bulletEnabled val="1"/>
        </dgm:presLayoutVars>
      </dgm:prSet>
      <dgm:spPr/>
    </dgm:pt>
    <dgm:pt modelId="{9BC6B48A-2A1B-4632-A125-CF255E10B380}" type="pres">
      <dgm:prSet presAssocID="{60E91640-EBD0-4A82-A405-993ADE96F3BF}" presName="sibTrans" presStyleCnt="0"/>
      <dgm:spPr/>
    </dgm:pt>
    <dgm:pt modelId="{B6EB4F27-6F94-4DF3-B118-D630081750F6}" type="pres">
      <dgm:prSet presAssocID="{29643BF2-79AE-4BC8-9C2B-638CADDB3B17}" presName="node" presStyleLbl="node1" presStyleIdx="6" presStyleCnt="11">
        <dgm:presLayoutVars>
          <dgm:bulletEnabled val="1"/>
        </dgm:presLayoutVars>
      </dgm:prSet>
      <dgm:spPr/>
    </dgm:pt>
    <dgm:pt modelId="{6848DE0D-AF38-4F70-A455-9037F1A20891}" type="pres">
      <dgm:prSet presAssocID="{46304F06-9120-4ACD-85E1-EDDE5F4B5DB3}" presName="sibTrans" presStyleCnt="0"/>
      <dgm:spPr/>
    </dgm:pt>
    <dgm:pt modelId="{A9E4030A-EA30-4138-9D27-0EBCC1196DD7}" type="pres">
      <dgm:prSet presAssocID="{41FD39CA-F517-47D8-AF90-E0B7F3C5D9F1}" presName="node" presStyleLbl="node1" presStyleIdx="7" presStyleCnt="11">
        <dgm:presLayoutVars>
          <dgm:bulletEnabled val="1"/>
        </dgm:presLayoutVars>
      </dgm:prSet>
      <dgm:spPr/>
    </dgm:pt>
    <dgm:pt modelId="{138EAA57-606B-4683-99A2-9B6ECE3BDA32}" type="pres">
      <dgm:prSet presAssocID="{F807DB1C-2201-4C1D-80D3-5EF9AFA337C9}" presName="sibTrans" presStyleCnt="0"/>
      <dgm:spPr/>
    </dgm:pt>
    <dgm:pt modelId="{AA895E34-33B4-4755-A28B-929362BB97A7}" type="pres">
      <dgm:prSet presAssocID="{71D9D66D-29D1-4E45-AEFD-3D247F4DF27E}" presName="node" presStyleLbl="node1" presStyleIdx="8" presStyleCnt="11">
        <dgm:presLayoutVars>
          <dgm:bulletEnabled val="1"/>
        </dgm:presLayoutVars>
      </dgm:prSet>
      <dgm:spPr/>
    </dgm:pt>
    <dgm:pt modelId="{FABBE21F-18F0-4168-865C-37FD23E4AA01}" type="pres">
      <dgm:prSet presAssocID="{23A9C455-DAF7-4B73-849B-F167E22D99B3}" presName="sibTrans" presStyleCnt="0"/>
      <dgm:spPr/>
    </dgm:pt>
    <dgm:pt modelId="{4EAA9E51-655D-445F-AA49-859E5727EBD6}" type="pres">
      <dgm:prSet presAssocID="{08F16E36-64CB-4BFB-A7D8-A6E972B2EF41}" presName="node" presStyleLbl="node1" presStyleIdx="9" presStyleCnt="11">
        <dgm:presLayoutVars>
          <dgm:bulletEnabled val="1"/>
        </dgm:presLayoutVars>
      </dgm:prSet>
      <dgm:spPr/>
    </dgm:pt>
    <dgm:pt modelId="{5AA44DC0-021D-40D6-A7ED-E6CAC5A67440}" type="pres">
      <dgm:prSet presAssocID="{9A6BBB6E-E9A8-4DC0-9079-C182761C62AD}" presName="sibTrans" presStyleCnt="0"/>
      <dgm:spPr/>
    </dgm:pt>
    <dgm:pt modelId="{0B27F6B9-C233-48EB-B3E3-FF0C4680CC46}" type="pres">
      <dgm:prSet presAssocID="{2DFEF2B0-7AE7-407B-824D-E0A1A5AB8FC2}" presName="node" presStyleLbl="node1" presStyleIdx="10" presStyleCnt="11">
        <dgm:presLayoutVars>
          <dgm:bulletEnabled val="1"/>
        </dgm:presLayoutVars>
      </dgm:prSet>
      <dgm:spPr/>
    </dgm:pt>
  </dgm:ptLst>
  <dgm:cxnLst>
    <dgm:cxn modelId="{3EA9E105-2E65-46A4-8CF5-41EC960A6937}" type="presOf" srcId="{403A8AB2-C6DC-47FE-83AF-7FAAB70988AF}" destId="{9E156411-B9E5-440C-8704-F3C5CD3D2FBA}" srcOrd="0" destOrd="0" presId="urn:microsoft.com/office/officeart/2005/8/layout/default"/>
    <dgm:cxn modelId="{13D52A1A-5B7C-4D94-9D7C-A26578537896}" srcId="{B81A546C-4CE0-4E18-90BB-AA6E478FA808}" destId="{780FC2B4-5255-4A1B-B43C-E9FD7E372D90}" srcOrd="2" destOrd="0" parTransId="{F6C068E5-E12B-4C9D-953F-8FA78B047BEF}" sibTransId="{DCC10713-356F-4ACC-9C68-6388414BA69E}"/>
    <dgm:cxn modelId="{9660E622-C102-4830-9AB1-04B0A594F67E}" type="presOf" srcId="{36CA97D5-701B-4394-9720-F2575FEB3631}" destId="{44441F0B-E4E4-4FD7-BCFF-2A661A5ED277}" srcOrd="0" destOrd="0" presId="urn:microsoft.com/office/officeart/2005/8/layout/default"/>
    <dgm:cxn modelId="{79086728-5E04-4F02-8CFF-D1FAF1F103B5}" type="presOf" srcId="{71D9D66D-29D1-4E45-AEFD-3D247F4DF27E}" destId="{AA895E34-33B4-4755-A28B-929362BB97A7}" srcOrd="0" destOrd="0" presId="urn:microsoft.com/office/officeart/2005/8/layout/default"/>
    <dgm:cxn modelId="{898E142C-B196-4DC8-9BA0-99CC87F21A82}" type="presOf" srcId="{780FC2B4-5255-4A1B-B43C-E9FD7E372D90}" destId="{3D4D175C-FB8E-4A02-AC0C-94EB78A3DBEA}" srcOrd="0" destOrd="0" presId="urn:microsoft.com/office/officeart/2005/8/layout/default"/>
    <dgm:cxn modelId="{BBF45D35-9D85-496A-86C5-8E440577FCE4}" type="presOf" srcId="{B81A546C-4CE0-4E18-90BB-AA6E478FA808}" destId="{4A70DE0C-5BF8-4BB1-BA28-01EF70D89F3E}" srcOrd="0" destOrd="0" presId="urn:microsoft.com/office/officeart/2005/8/layout/default"/>
    <dgm:cxn modelId="{02F1C33A-2895-49AB-A056-29A9AA27D6FD}" type="presOf" srcId="{2DFEF2B0-7AE7-407B-824D-E0A1A5AB8FC2}" destId="{0B27F6B9-C233-48EB-B3E3-FF0C4680CC46}" srcOrd="0" destOrd="0" presId="urn:microsoft.com/office/officeart/2005/8/layout/default"/>
    <dgm:cxn modelId="{8266775D-5EC1-4139-8817-FE2B5D2E4419}" srcId="{B81A546C-4CE0-4E18-90BB-AA6E478FA808}" destId="{41FD39CA-F517-47D8-AF90-E0B7F3C5D9F1}" srcOrd="7" destOrd="0" parTransId="{AB7F1764-2F6C-440A-B7D0-7BA6A0A4A51B}" sibTransId="{F807DB1C-2201-4C1D-80D3-5EF9AFA337C9}"/>
    <dgm:cxn modelId="{01C7295F-CF6C-4C03-BC9E-16AD96B4733B}" srcId="{B81A546C-4CE0-4E18-90BB-AA6E478FA808}" destId="{96A6DEDF-4A4E-4550-9968-A55B3393A9FD}" srcOrd="4" destOrd="0" parTransId="{F1F302BB-2F7E-4202-A320-3B7EF2FF3CA6}" sibTransId="{F459F169-747D-46BA-926C-04785CA10C73}"/>
    <dgm:cxn modelId="{34590147-6857-4677-8132-AF560ADD660C}" type="presOf" srcId="{08F16E36-64CB-4BFB-A7D8-A6E972B2EF41}" destId="{4EAA9E51-655D-445F-AA49-859E5727EBD6}" srcOrd="0" destOrd="0" presId="urn:microsoft.com/office/officeart/2005/8/layout/default"/>
    <dgm:cxn modelId="{F47DDF6C-32A4-429D-9FE6-D9B7CF582883}" type="presOf" srcId="{29643BF2-79AE-4BC8-9C2B-638CADDB3B17}" destId="{B6EB4F27-6F94-4DF3-B118-D630081750F6}" srcOrd="0" destOrd="0" presId="urn:microsoft.com/office/officeart/2005/8/layout/default"/>
    <dgm:cxn modelId="{69AF1672-1077-4431-A4C2-5C8214C7B952}" type="presOf" srcId="{96A6DEDF-4A4E-4550-9968-A55B3393A9FD}" destId="{8DBC8C87-9B7E-4B2B-8E98-8EC832228513}" srcOrd="0" destOrd="0" presId="urn:microsoft.com/office/officeart/2005/8/layout/default"/>
    <dgm:cxn modelId="{2DCC0C55-4C0F-41AE-8B4F-FAA77F1DB56A}" type="presOf" srcId="{41FD39CA-F517-47D8-AF90-E0B7F3C5D9F1}" destId="{A9E4030A-EA30-4138-9D27-0EBCC1196DD7}" srcOrd="0" destOrd="0" presId="urn:microsoft.com/office/officeart/2005/8/layout/default"/>
    <dgm:cxn modelId="{0454E07A-64C5-4537-BBA3-421DB5CDC135}" srcId="{B81A546C-4CE0-4E18-90BB-AA6E478FA808}" destId="{08F16E36-64CB-4BFB-A7D8-A6E972B2EF41}" srcOrd="9" destOrd="0" parTransId="{AFA28D9E-4238-4E63-A2E2-3FC9FC8394E8}" sibTransId="{9A6BBB6E-E9A8-4DC0-9079-C182761C62AD}"/>
    <dgm:cxn modelId="{ACA45A88-EB52-46AD-B3CE-6BD16D99FEF6}" type="presOf" srcId="{F9ECC8FE-9C71-4588-8589-C71BDDC2ED38}" destId="{778F3395-5E87-4DC9-B320-EEB9382670AA}" srcOrd="0" destOrd="0" presId="urn:microsoft.com/office/officeart/2005/8/layout/default"/>
    <dgm:cxn modelId="{A9E8BA89-B0DB-417B-B0C6-CF59241EB38F}" srcId="{B81A546C-4CE0-4E18-90BB-AA6E478FA808}" destId="{71D9D66D-29D1-4E45-AEFD-3D247F4DF27E}" srcOrd="8" destOrd="0" parTransId="{9C09668B-89AC-4A31-9DE7-C66B97AD4546}" sibTransId="{23A9C455-DAF7-4B73-849B-F167E22D99B3}"/>
    <dgm:cxn modelId="{F992E095-8A86-4B1B-B9EC-B268E4F5164F}" srcId="{B81A546C-4CE0-4E18-90BB-AA6E478FA808}" destId="{F9ECC8FE-9C71-4588-8589-C71BDDC2ED38}" srcOrd="0" destOrd="0" parTransId="{A235A590-6C77-447F-9DF4-564D1F972658}" sibTransId="{C3DE0D1C-CFE8-4CEA-8AA2-8052FBB5AB10}"/>
    <dgm:cxn modelId="{A3A0669E-B4D4-438A-B68C-8E8E33BA00C5}" srcId="{B81A546C-4CE0-4E18-90BB-AA6E478FA808}" destId="{6A6B5047-B40E-462A-B5C2-169C88341D7C}" srcOrd="5" destOrd="0" parTransId="{B967642A-078B-4481-AB54-4B7B09012631}" sibTransId="{60E91640-EBD0-4A82-A405-993ADE96F3BF}"/>
    <dgm:cxn modelId="{7A5CD3B3-9548-49AE-AF37-BE34521B1A2C}" type="presOf" srcId="{6A6B5047-B40E-462A-B5C2-169C88341D7C}" destId="{BA40DE76-82BF-4999-B7FA-4D759F94EFAA}" srcOrd="0" destOrd="0" presId="urn:microsoft.com/office/officeart/2005/8/layout/default"/>
    <dgm:cxn modelId="{0A035DBB-5931-4BED-AB2D-39AA5222C00F}" srcId="{B81A546C-4CE0-4E18-90BB-AA6E478FA808}" destId="{403A8AB2-C6DC-47FE-83AF-7FAAB70988AF}" srcOrd="3" destOrd="0" parTransId="{3BB6C1EC-7F2D-453E-A9B6-8680EC6BE156}" sibTransId="{31D1E043-5A47-4F18-9282-A3B4E664812B}"/>
    <dgm:cxn modelId="{81C4A4BC-4702-4E29-B818-D1F9B59D7260}" srcId="{B81A546C-4CE0-4E18-90BB-AA6E478FA808}" destId="{36CA97D5-701B-4394-9720-F2575FEB3631}" srcOrd="1" destOrd="0" parTransId="{8962CFE6-921D-4F29-B603-3F21A8D60AEF}" sibTransId="{9DC394C3-C174-4098-BC4A-AE09B018008C}"/>
    <dgm:cxn modelId="{1F2F37D2-9F7A-48FC-91BB-7FFCC3F6A90A}" srcId="{B81A546C-4CE0-4E18-90BB-AA6E478FA808}" destId="{29643BF2-79AE-4BC8-9C2B-638CADDB3B17}" srcOrd="6" destOrd="0" parTransId="{EB2853F3-FB9D-45C0-B1FC-1559832E4DE0}" sibTransId="{46304F06-9120-4ACD-85E1-EDDE5F4B5DB3}"/>
    <dgm:cxn modelId="{2FFE39EE-3ED9-4F57-A3A0-6057F63AE365}" srcId="{B81A546C-4CE0-4E18-90BB-AA6E478FA808}" destId="{2DFEF2B0-7AE7-407B-824D-E0A1A5AB8FC2}" srcOrd="10" destOrd="0" parTransId="{AD1EDF7D-977B-4A7B-BA9B-53BA185AEC66}" sibTransId="{5281F224-CE59-4102-A2A9-815DBD756A85}"/>
    <dgm:cxn modelId="{BC3CBC8E-D4EF-41D3-9B9C-78E54F816BC1}" type="presParOf" srcId="{4A70DE0C-5BF8-4BB1-BA28-01EF70D89F3E}" destId="{778F3395-5E87-4DC9-B320-EEB9382670AA}" srcOrd="0" destOrd="0" presId="urn:microsoft.com/office/officeart/2005/8/layout/default"/>
    <dgm:cxn modelId="{740651CB-B486-4344-85F3-DB914BB54A1D}" type="presParOf" srcId="{4A70DE0C-5BF8-4BB1-BA28-01EF70D89F3E}" destId="{BDE0715F-2D63-4F29-B7CF-3FED8D49EA02}" srcOrd="1" destOrd="0" presId="urn:microsoft.com/office/officeart/2005/8/layout/default"/>
    <dgm:cxn modelId="{4C8EEFB5-BB63-4E11-97EF-D0EBC841EE93}" type="presParOf" srcId="{4A70DE0C-5BF8-4BB1-BA28-01EF70D89F3E}" destId="{44441F0B-E4E4-4FD7-BCFF-2A661A5ED277}" srcOrd="2" destOrd="0" presId="urn:microsoft.com/office/officeart/2005/8/layout/default"/>
    <dgm:cxn modelId="{1CC2BCAB-9BC8-490B-AAFA-20ECCC86E5CA}" type="presParOf" srcId="{4A70DE0C-5BF8-4BB1-BA28-01EF70D89F3E}" destId="{1933C7B1-68F2-4654-B7E4-60893DAC556F}" srcOrd="3" destOrd="0" presId="urn:microsoft.com/office/officeart/2005/8/layout/default"/>
    <dgm:cxn modelId="{32363CF8-7ACB-49EB-9140-3CD20B7BB634}" type="presParOf" srcId="{4A70DE0C-5BF8-4BB1-BA28-01EF70D89F3E}" destId="{3D4D175C-FB8E-4A02-AC0C-94EB78A3DBEA}" srcOrd="4" destOrd="0" presId="urn:microsoft.com/office/officeart/2005/8/layout/default"/>
    <dgm:cxn modelId="{C8A100AA-61BD-47D9-B06A-E8B821D34A42}" type="presParOf" srcId="{4A70DE0C-5BF8-4BB1-BA28-01EF70D89F3E}" destId="{0DB6DBC4-AB7F-45D3-A1AB-D32734786552}" srcOrd="5" destOrd="0" presId="urn:microsoft.com/office/officeart/2005/8/layout/default"/>
    <dgm:cxn modelId="{2D6E0143-BA64-4427-A901-CC877152A983}" type="presParOf" srcId="{4A70DE0C-5BF8-4BB1-BA28-01EF70D89F3E}" destId="{9E156411-B9E5-440C-8704-F3C5CD3D2FBA}" srcOrd="6" destOrd="0" presId="urn:microsoft.com/office/officeart/2005/8/layout/default"/>
    <dgm:cxn modelId="{60675CB3-5F35-43A8-A2B0-140A8DD2914C}" type="presParOf" srcId="{4A70DE0C-5BF8-4BB1-BA28-01EF70D89F3E}" destId="{5211ECF0-E370-4FE9-B63B-577EFC7668B1}" srcOrd="7" destOrd="0" presId="urn:microsoft.com/office/officeart/2005/8/layout/default"/>
    <dgm:cxn modelId="{34EC0510-AB24-4519-B722-5B77F90FDD26}" type="presParOf" srcId="{4A70DE0C-5BF8-4BB1-BA28-01EF70D89F3E}" destId="{8DBC8C87-9B7E-4B2B-8E98-8EC832228513}" srcOrd="8" destOrd="0" presId="urn:microsoft.com/office/officeart/2005/8/layout/default"/>
    <dgm:cxn modelId="{FEBD58D7-8692-40B0-A83E-B15A8F369AEB}" type="presParOf" srcId="{4A70DE0C-5BF8-4BB1-BA28-01EF70D89F3E}" destId="{A8A73D1B-8B46-474E-9E60-24C02A5E6C4F}" srcOrd="9" destOrd="0" presId="urn:microsoft.com/office/officeart/2005/8/layout/default"/>
    <dgm:cxn modelId="{3FDA5511-E688-4CE3-B85A-9E1F88365196}" type="presParOf" srcId="{4A70DE0C-5BF8-4BB1-BA28-01EF70D89F3E}" destId="{BA40DE76-82BF-4999-B7FA-4D759F94EFAA}" srcOrd="10" destOrd="0" presId="urn:microsoft.com/office/officeart/2005/8/layout/default"/>
    <dgm:cxn modelId="{4417CF0C-464F-43F3-BF0B-7F5001168764}" type="presParOf" srcId="{4A70DE0C-5BF8-4BB1-BA28-01EF70D89F3E}" destId="{9BC6B48A-2A1B-4632-A125-CF255E10B380}" srcOrd="11" destOrd="0" presId="urn:microsoft.com/office/officeart/2005/8/layout/default"/>
    <dgm:cxn modelId="{F6313FB8-873A-45AB-A525-4481242697FA}" type="presParOf" srcId="{4A70DE0C-5BF8-4BB1-BA28-01EF70D89F3E}" destId="{B6EB4F27-6F94-4DF3-B118-D630081750F6}" srcOrd="12" destOrd="0" presId="urn:microsoft.com/office/officeart/2005/8/layout/default"/>
    <dgm:cxn modelId="{525475BE-FA14-4BD6-A36E-B6B1E2048518}" type="presParOf" srcId="{4A70DE0C-5BF8-4BB1-BA28-01EF70D89F3E}" destId="{6848DE0D-AF38-4F70-A455-9037F1A20891}" srcOrd="13" destOrd="0" presId="urn:microsoft.com/office/officeart/2005/8/layout/default"/>
    <dgm:cxn modelId="{CE449CCF-A82F-4180-B706-2136649E7AC2}" type="presParOf" srcId="{4A70DE0C-5BF8-4BB1-BA28-01EF70D89F3E}" destId="{A9E4030A-EA30-4138-9D27-0EBCC1196DD7}" srcOrd="14" destOrd="0" presId="urn:microsoft.com/office/officeart/2005/8/layout/default"/>
    <dgm:cxn modelId="{6320FBBB-7E5D-4CFD-AE29-E510DCA34048}" type="presParOf" srcId="{4A70DE0C-5BF8-4BB1-BA28-01EF70D89F3E}" destId="{138EAA57-606B-4683-99A2-9B6ECE3BDA32}" srcOrd="15" destOrd="0" presId="urn:microsoft.com/office/officeart/2005/8/layout/default"/>
    <dgm:cxn modelId="{423C9538-AFD3-4B6B-A777-47D36F8674AA}" type="presParOf" srcId="{4A70DE0C-5BF8-4BB1-BA28-01EF70D89F3E}" destId="{AA895E34-33B4-4755-A28B-929362BB97A7}" srcOrd="16" destOrd="0" presId="urn:microsoft.com/office/officeart/2005/8/layout/default"/>
    <dgm:cxn modelId="{7F7723DB-DD9C-4E3F-9C75-1F1372C8E10F}" type="presParOf" srcId="{4A70DE0C-5BF8-4BB1-BA28-01EF70D89F3E}" destId="{FABBE21F-18F0-4168-865C-37FD23E4AA01}" srcOrd="17" destOrd="0" presId="urn:microsoft.com/office/officeart/2005/8/layout/default"/>
    <dgm:cxn modelId="{36703049-425D-4C63-9536-7489CC2FFFB5}" type="presParOf" srcId="{4A70DE0C-5BF8-4BB1-BA28-01EF70D89F3E}" destId="{4EAA9E51-655D-445F-AA49-859E5727EBD6}" srcOrd="18" destOrd="0" presId="urn:microsoft.com/office/officeart/2005/8/layout/default"/>
    <dgm:cxn modelId="{3745C73C-C080-4031-9EE6-78C37A64C9C0}" type="presParOf" srcId="{4A70DE0C-5BF8-4BB1-BA28-01EF70D89F3E}" destId="{5AA44DC0-021D-40D6-A7ED-E6CAC5A67440}" srcOrd="19" destOrd="0" presId="urn:microsoft.com/office/officeart/2005/8/layout/default"/>
    <dgm:cxn modelId="{608253FB-628E-4B38-9197-0B0982F94BB6}" type="presParOf" srcId="{4A70DE0C-5BF8-4BB1-BA28-01EF70D89F3E}" destId="{0B27F6B9-C233-48EB-B3E3-FF0C4680CC46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03505C-F2B3-49D3-A55B-86757FCBBC58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F19E3-EF8C-46C1-A103-432AD98CA504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0FBC6-66E5-4524-BAFF-B59E871A6DEC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Medical Devices &amp; Diagnostics</a:t>
          </a:r>
          <a:endParaRPr lang="en-US" sz="2200" kern="1200"/>
        </a:p>
      </dsp:txBody>
      <dsp:txXfrm>
        <a:off x="1312541" y="828340"/>
        <a:ext cx="2148945" cy="911674"/>
      </dsp:txXfrm>
    </dsp:sp>
    <dsp:sp modelId="{5B0D6440-436D-4DE4-8C08-19664B5D657B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80F06-8A34-4551-9C31-40FF1ECC6701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F8717-EE91-419D-8E07-75E1604190CE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Medical devices </a:t>
          </a:r>
          <a:endParaRPr lang="en-US" sz="2200" kern="1200"/>
        </a:p>
      </dsp:txBody>
      <dsp:txXfrm>
        <a:off x="4942957" y="828340"/>
        <a:ext cx="2148945" cy="911674"/>
      </dsp:txXfrm>
    </dsp:sp>
    <dsp:sp modelId="{D896C071-7DF4-47CE-8ABE-C3E3313BCBA3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A38A3-2E3D-49EA-A180-1CFB044ABB52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DFA76-A504-455A-A276-835F66150D32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Clinical nutrition </a:t>
          </a:r>
          <a:endParaRPr lang="en-US" sz="2200" kern="1200"/>
        </a:p>
      </dsp:txBody>
      <dsp:txXfrm>
        <a:off x="8573374" y="828340"/>
        <a:ext cx="2148945" cy="911674"/>
      </dsp:txXfrm>
    </dsp:sp>
    <dsp:sp modelId="{97593846-4884-4E4F-A2E7-EFAC62382552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CD1F5-B190-4376-895F-7D1EE666972A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3A7B2-6FD7-496D-BADA-87DEF912B2EF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Self-diagnostic products </a:t>
          </a:r>
          <a:endParaRPr lang="en-US" sz="2200" kern="1200"/>
        </a:p>
      </dsp:txBody>
      <dsp:txXfrm>
        <a:off x="1312541" y="2452790"/>
        <a:ext cx="2148945" cy="911674"/>
      </dsp:txXfrm>
    </dsp:sp>
    <dsp:sp modelId="{40F3F5F0-3F45-457B-BD06-78B8A5F9D436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038E3-894F-4221-AD79-2F87CC0766CA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EAC7C-BA8B-4556-A33B-15AD470D1C7E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Wound care </a:t>
          </a:r>
          <a:endParaRPr lang="en-US" sz="2200" kern="1200"/>
        </a:p>
      </dsp:txBody>
      <dsp:txXfrm>
        <a:off x="4942957" y="2452790"/>
        <a:ext cx="2148945" cy="911674"/>
      </dsp:txXfrm>
    </dsp:sp>
    <dsp:sp modelId="{5A19345F-AC0C-4EDD-95DF-A2FFC97EF174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6816C-3A51-4F3D-871E-B7C66B1EBA07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BE17E-D1C7-447C-8598-CD80FF5934EA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Diabetes care </a:t>
          </a:r>
          <a:endParaRPr lang="en-US" sz="2200" kern="1200"/>
        </a:p>
      </dsp:txBody>
      <dsp:txXfrm>
        <a:off x="8573374" y="2452790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F3395-5E87-4DC9-B320-EEB9382670AA}">
      <dsp:nvSpPr>
        <dsp:cNvPr id="0" name=""/>
        <dsp:cNvSpPr/>
      </dsp:nvSpPr>
      <dsp:spPr>
        <a:xfrm>
          <a:off x="582645" y="1781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Roche </a:t>
          </a:r>
          <a:endParaRPr lang="en-US" sz="2600" kern="1200"/>
        </a:p>
      </dsp:txBody>
      <dsp:txXfrm>
        <a:off x="582645" y="1781"/>
        <a:ext cx="2174490" cy="1304694"/>
      </dsp:txXfrm>
    </dsp:sp>
    <dsp:sp modelId="{44441F0B-E4E4-4FD7-BCFF-2A661A5ED277}">
      <dsp:nvSpPr>
        <dsp:cNvPr id="0" name=""/>
        <dsp:cNvSpPr/>
      </dsp:nvSpPr>
      <dsp:spPr>
        <a:xfrm>
          <a:off x="2974584" y="1781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Abbott </a:t>
          </a:r>
          <a:endParaRPr lang="en-US" sz="2600" kern="1200"/>
        </a:p>
      </dsp:txBody>
      <dsp:txXfrm>
        <a:off x="2974584" y="1781"/>
        <a:ext cx="2174490" cy="1304694"/>
      </dsp:txXfrm>
    </dsp:sp>
    <dsp:sp modelId="{3D4D175C-FB8E-4A02-AC0C-94EB78A3DBEA}">
      <dsp:nvSpPr>
        <dsp:cNvPr id="0" name=""/>
        <dsp:cNvSpPr/>
      </dsp:nvSpPr>
      <dsp:spPr>
        <a:xfrm>
          <a:off x="5366524" y="1781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LifeScan </a:t>
          </a:r>
          <a:endParaRPr lang="en-US" sz="2600" kern="1200"/>
        </a:p>
      </dsp:txBody>
      <dsp:txXfrm>
        <a:off x="5366524" y="1781"/>
        <a:ext cx="2174490" cy="1304694"/>
      </dsp:txXfrm>
    </dsp:sp>
    <dsp:sp modelId="{9E156411-B9E5-440C-8704-F3C5CD3D2FBA}">
      <dsp:nvSpPr>
        <dsp:cNvPr id="0" name=""/>
        <dsp:cNvSpPr/>
      </dsp:nvSpPr>
      <dsp:spPr>
        <a:xfrm>
          <a:off x="7758464" y="1781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Ascensia Diabetes Care </a:t>
          </a:r>
          <a:endParaRPr lang="en-US" sz="2600" kern="1200" dirty="0"/>
        </a:p>
      </dsp:txBody>
      <dsp:txXfrm>
        <a:off x="7758464" y="1781"/>
        <a:ext cx="2174490" cy="1304694"/>
      </dsp:txXfrm>
    </dsp:sp>
    <dsp:sp modelId="{8DBC8C87-9B7E-4B2B-8E98-8EC832228513}">
      <dsp:nvSpPr>
        <dsp:cNvPr id="0" name=""/>
        <dsp:cNvSpPr/>
      </dsp:nvSpPr>
      <dsp:spPr>
        <a:xfrm>
          <a:off x="582645" y="1523924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A. Menarini </a:t>
          </a:r>
          <a:endParaRPr lang="en-US" sz="2600" kern="1200"/>
        </a:p>
      </dsp:txBody>
      <dsp:txXfrm>
        <a:off x="582645" y="1523924"/>
        <a:ext cx="2174490" cy="1304694"/>
      </dsp:txXfrm>
    </dsp:sp>
    <dsp:sp modelId="{BA40DE76-82BF-4999-B7FA-4D759F94EFAA}">
      <dsp:nvSpPr>
        <dsp:cNvPr id="0" name=""/>
        <dsp:cNvSpPr/>
      </dsp:nvSpPr>
      <dsp:spPr>
        <a:xfrm>
          <a:off x="2974584" y="1523924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Siemens Healthineers </a:t>
          </a:r>
          <a:endParaRPr lang="en-US" sz="2600" kern="1200"/>
        </a:p>
      </dsp:txBody>
      <dsp:txXfrm>
        <a:off x="2974584" y="1523924"/>
        <a:ext cx="2174490" cy="1304694"/>
      </dsp:txXfrm>
    </dsp:sp>
    <dsp:sp modelId="{B6EB4F27-6F94-4DF3-B118-D630081750F6}">
      <dsp:nvSpPr>
        <dsp:cNvPr id="0" name=""/>
        <dsp:cNvSpPr/>
      </dsp:nvSpPr>
      <dsp:spPr>
        <a:xfrm>
          <a:off x="5366524" y="1523924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LifeScan </a:t>
          </a:r>
          <a:endParaRPr lang="en-US" sz="2600" kern="1200"/>
        </a:p>
      </dsp:txBody>
      <dsp:txXfrm>
        <a:off x="5366524" y="1523924"/>
        <a:ext cx="2174490" cy="1304694"/>
      </dsp:txXfrm>
    </dsp:sp>
    <dsp:sp modelId="{A9E4030A-EA30-4138-9D27-0EBCC1196DD7}">
      <dsp:nvSpPr>
        <dsp:cNvPr id="0" name=""/>
        <dsp:cNvSpPr/>
      </dsp:nvSpPr>
      <dsp:spPr>
        <a:xfrm>
          <a:off x="7758464" y="1523924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BD </a:t>
          </a:r>
          <a:endParaRPr lang="en-US" sz="2600" kern="1200"/>
        </a:p>
      </dsp:txBody>
      <dsp:txXfrm>
        <a:off x="7758464" y="1523924"/>
        <a:ext cx="2174490" cy="1304694"/>
      </dsp:txXfrm>
    </dsp:sp>
    <dsp:sp modelId="{AA895E34-33B4-4755-A28B-929362BB97A7}">
      <dsp:nvSpPr>
        <dsp:cNvPr id="0" name=""/>
        <dsp:cNvSpPr/>
      </dsp:nvSpPr>
      <dsp:spPr>
        <a:xfrm>
          <a:off x="1778615" y="3046068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Ypsomed </a:t>
          </a:r>
          <a:endParaRPr lang="en-US" sz="2600" kern="1200"/>
        </a:p>
      </dsp:txBody>
      <dsp:txXfrm>
        <a:off x="1778615" y="3046068"/>
        <a:ext cx="2174490" cy="1304694"/>
      </dsp:txXfrm>
    </dsp:sp>
    <dsp:sp modelId="{4EAA9E51-655D-445F-AA49-859E5727EBD6}">
      <dsp:nvSpPr>
        <dsp:cNvPr id="0" name=""/>
        <dsp:cNvSpPr/>
      </dsp:nvSpPr>
      <dsp:spPr>
        <a:xfrm>
          <a:off x="4170554" y="3046068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Pic Solution </a:t>
          </a:r>
          <a:endParaRPr lang="en-US" sz="2600" kern="1200"/>
        </a:p>
      </dsp:txBody>
      <dsp:txXfrm>
        <a:off x="4170554" y="3046068"/>
        <a:ext cx="2174490" cy="1304694"/>
      </dsp:txXfrm>
    </dsp:sp>
    <dsp:sp modelId="{0B27F6B9-C233-48EB-B3E3-FF0C4680CC46}">
      <dsp:nvSpPr>
        <dsp:cNvPr id="0" name=""/>
        <dsp:cNvSpPr/>
      </dsp:nvSpPr>
      <dsp:spPr>
        <a:xfrm>
          <a:off x="6562494" y="3046068"/>
          <a:ext cx="2174490" cy="13046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Novo Nordisk </a:t>
          </a:r>
          <a:endParaRPr lang="en-US" sz="2600" kern="1200"/>
        </a:p>
      </dsp:txBody>
      <dsp:txXfrm>
        <a:off x="6562494" y="3046068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9969-65D6-7AC0-9B3E-BCF783C37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DCBD-25A0-E2B3-9819-B171B8E44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A74BD-E488-4CC6-E5CA-3F0939114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A79A3-B568-E47A-5A2E-D1B133B6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9C53A-78C5-B584-9B46-28F2CF82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4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A53D-9B17-A90B-DA1D-E39E6C9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4DD-B1FF-B115-6212-F5FB27AA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44B15-F929-40B3-4FBD-579E8EAF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25676-B033-7C22-0CAC-377D6ECE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52778-1722-8846-FDA3-685619D5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87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556F-7322-9ACA-0127-D1DF094A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57DF6-1112-AE53-2171-ACE7D2200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F6D90-1734-FB36-82A4-5686DADA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73E79-5E25-A802-115A-9786DFC6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545E3-1FAC-0CEB-FB00-30018A0A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616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C3652-81A4-EA45-B39E-14128821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05A10-5CE9-9724-E847-A5883DAF1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C42FC-5594-4E43-66DE-E788C0D18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6CE38-5F87-6A91-A6DE-F3DF7C1E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C584A-23D2-7F00-09E0-BF702D6E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AAFEE-9B33-58BF-31E9-B6D71EC9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1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D0A5-D329-2C57-16FB-9C5B7554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842DF-34BB-5CAA-E3AA-BDECED58A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73BE0-6D33-B693-AFD2-B142D41E0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8FBDB-3E34-7CF7-FC0C-C62A649C8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FD038-D171-AC98-BDC9-F0E7C6735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3A5DA-1210-B2E5-F6C4-D8444F67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109D3-A28C-F410-C726-44F20B6E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919BF-A24E-DAB0-6E5A-8632A5DB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8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7F40-9091-6A4C-8200-2C073495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512F6-7A64-3838-0CB2-16381CE0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723CE-4697-EDC7-0CC8-4A65A801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C616E-FCFB-499E-7B68-22062174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51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E25B53-044C-6C12-C431-03A88CFA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2010C-1650-004E-DE88-F7023BA9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D9F17-CC15-8B7C-94BB-9364C4E7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35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962D-DDF2-0AF9-B30F-984344FA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23DD5-71C6-36EF-66FA-DF3E0CE74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8AA49-817F-5CF5-AFDB-E3808476E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8E70B-E1A3-8540-3444-6A99F82C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26487-3464-2CFB-450C-6C5B87E0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9F83D-9D01-82EB-5EEA-A0DA5589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67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2EDAB-4C5D-7C7B-BD6B-79EB98C6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530CE-CD1A-425D-135A-5F80AA3A4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BCDE7-8C31-4187-8613-A52640A7E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02D9F-E209-21D0-215A-0803B1C8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47B86-069B-D355-8DA5-CDA48A71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D6184-E4FB-6C65-3430-B0D0A2C4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78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613F-4037-1272-8480-E2209FC8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AD539-93A5-E77D-8380-BA3448118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18C89-6D4C-3B85-4AFB-0443D8304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F838-02E3-DBEC-93BB-305C5266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148E3-EE6A-E246-B126-D4FCEE8B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30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D5EE09-1B52-5455-EBE6-AF15428D9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19A0F-79E7-494D-87C4-F59A2DAEE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27F69-E164-3140-02E1-0238A3D4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4792E-BA68-B1A4-DCD6-A0542038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4507-2FAB-CF6D-8ABF-9D4F429E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2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F6BAF2-8B59-2663-2CB1-4373889F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DE2CE-9402-8E0F-6840-318D84708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251AF-4545-4E1C-5C34-98D42A6F7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A574B-5DDC-4800-957D-AC8112090EA5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BEDB-7C74-8E43-DC5D-C10A0E2CC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01AFF-9356-51BC-7AA1-758E3DABB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B8BF1-E5CB-426C-8B72-DE7D6B8412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97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A1928-04DA-8AC8-D65D-22841AB0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Our Medical devices Portfolio</a:t>
            </a:r>
            <a:br>
              <a:rPr lang="en-US" sz="2800">
                <a:solidFill>
                  <a:srgbClr val="FFFFFF"/>
                </a:solidFill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9969324-9EDD-0313-C010-6AD4F119A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927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3895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30872E-5741-A547-C080-84E7BEE0184E}"/>
              </a:ext>
            </a:extLst>
          </p:cNvPr>
          <p:cNvSpPr txBox="1"/>
          <p:nvPr/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Flexible Sourcing for Self-Diagnostics, lancets, Diabetes Care, Insulin Needles companies:</a:t>
            </a: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3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5" name="TextBox 58">
            <a:extLst>
              <a:ext uri="{FF2B5EF4-FFF2-40B4-BE49-F238E27FC236}">
                <a16:creationId xmlns:a16="http://schemas.microsoft.com/office/drawing/2014/main" id="{D6BFC041-05FE-6BBC-F1B7-8D5E7909A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41404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974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51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Our Medical devices Portfolio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E_A</dc:creator>
  <cp:lastModifiedBy>E_A</cp:lastModifiedBy>
  <cp:revision>1</cp:revision>
  <dcterms:created xsi:type="dcterms:W3CDTF">2026-04-05T09:06:16Z</dcterms:created>
  <dcterms:modified xsi:type="dcterms:W3CDTF">2026-04-05T09:42:59Z</dcterms:modified>
</cp:coreProperties>
</file>